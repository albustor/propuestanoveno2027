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257" r:id="rId6"/>
    <p:sldId id="258" r:id="rId7"/>
    <p:sldId id="277" r:id="rId8"/>
    <p:sldId id="263" r:id="rId9"/>
    <p:sldId id="266" r:id="rId10"/>
    <p:sldId id="267" r:id="rId11"/>
    <p:sldId id="265" r:id="rId12"/>
    <p:sldId id="272" r:id="rId13"/>
    <p:sldId id="275" r:id="rId14"/>
    <p:sldId id="259" r:id="rId15"/>
    <p:sldId id="269" r:id="rId16"/>
    <p:sldId id="276" r:id="rId17"/>
    <p:sldId id="271" r:id="rId18"/>
    <p:sldId id="260" r:id="rId19"/>
    <p:sldId id="261" r:id="rId20"/>
    <p:sldId id="262" r:id="rId21"/>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4D4"/>
    <a:srgbClr val="7F7F7F"/>
    <a:srgbClr val="042477"/>
    <a:srgbClr val="09B7AE"/>
    <a:srgbClr val="C9C9C9"/>
    <a:srgbClr val="0B6284"/>
    <a:srgbClr val="0BD2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821319-452D-4791-BF5F-ACC6696BF65F}" v="700" dt="2026-09-11T15:19:55.983"/>
    <p1510:client id="{6C3EA34F-5898-42E7-A4A6-14D090FBD622}" v="13" dt="2026-09-11T15:00:12.993"/>
    <p1510:client id="{AF310A16-A2A1-4F7F-8BDC-2E3225B75731}" v="27" dt="2026-09-11T16:06:39.75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ises Antonio Abarca Perez" userId="b4ea1345-0ba0-45c3-bb7e-2393637a3647" providerId="ADAL" clId="{8F551884-EB5C-4F84-B345-179A710C3168}"/>
    <pc:docChg chg="custSel modSld">
      <pc:chgData name="Moises Antonio Abarca Perez" userId="b4ea1345-0ba0-45c3-bb7e-2393637a3647" providerId="ADAL" clId="{8F551884-EB5C-4F84-B345-179A710C3168}" dt="2026-09-08T17:18:31.534" v="203" actId="1038"/>
      <pc:docMkLst>
        <pc:docMk/>
      </pc:docMkLst>
      <pc:sldChg chg="modSp">
        <pc:chgData name="Moises Antonio Abarca Perez" userId="b4ea1345-0ba0-45c3-bb7e-2393637a3647" providerId="ADAL" clId="{8F551884-EB5C-4F84-B345-179A710C3168}" dt="2026-09-08T16:51:11.046" v="8" actId="14826"/>
        <pc:sldMkLst>
          <pc:docMk/>
          <pc:sldMk cId="587004883" sldId="258"/>
        </pc:sldMkLst>
        <pc:picChg chg="mod">
          <ac:chgData name="Moises Antonio Abarca Perez" userId="b4ea1345-0ba0-45c3-bb7e-2393637a3647" providerId="ADAL" clId="{8F551884-EB5C-4F84-B345-179A710C3168}" dt="2026-09-08T16:51:11.046" v="8" actId="14826"/>
          <ac:picMkLst>
            <pc:docMk/>
            <pc:sldMk cId="587004883" sldId="258"/>
            <ac:picMk id="1026" creationId="{F7B72C46-8683-BBE4-356E-A6B489974D52}"/>
          </ac:picMkLst>
        </pc:picChg>
      </pc:sldChg>
      <pc:sldChg chg="modSp">
        <pc:chgData name="Moises Antonio Abarca Perez" userId="b4ea1345-0ba0-45c3-bb7e-2393637a3647" providerId="ADAL" clId="{8F551884-EB5C-4F84-B345-179A710C3168}" dt="2026-09-08T17:03:31.653" v="9" actId="14826"/>
        <pc:sldMkLst>
          <pc:docMk/>
          <pc:sldMk cId="2232387616" sldId="266"/>
        </pc:sldMkLst>
        <pc:picChg chg="mod">
          <ac:chgData name="Moises Antonio Abarca Perez" userId="b4ea1345-0ba0-45c3-bb7e-2393637a3647" providerId="ADAL" clId="{8F551884-EB5C-4F84-B345-179A710C3168}" dt="2026-09-08T17:03:31.653" v="9" actId="14826"/>
          <ac:picMkLst>
            <pc:docMk/>
            <pc:sldMk cId="2232387616" sldId="266"/>
            <ac:picMk id="1026" creationId="{D1217D6F-5687-86BD-25D5-8032731677BA}"/>
          </ac:picMkLst>
        </pc:picChg>
      </pc:sldChg>
      <pc:sldChg chg="addSp modSp mod">
        <pc:chgData name="Moises Antonio Abarca Perez" userId="b4ea1345-0ba0-45c3-bb7e-2393637a3647" providerId="ADAL" clId="{8F551884-EB5C-4F84-B345-179A710C3168}" dt="2026-09-08T17:18:31.534" v="203" actId="1038"/>
        <pc:sldMkLst>
          <pc:docMk/>
          <pc:sldMk cId="1431118438" sldId="267"/>
        </pc:sldMkLst>
        <pc:picChg chg="add mod modCrop">
          <ac:chgData name="Moises Antonio Abarca Perez" userId="b4ea1345-0ba0-45c3-bb7e-2393637a3647" providerId="ADAL" clId="{8F551884-EB5C-4F84-B345-179A710C3168}" dt="2026-09-08T17:18:31.534" v="203" actId="1038"/>
          <ac:picMkLst>
            <pc:docMk/>
            <pc:sldMk cId="1431118438" sldId="267"/>
            <ac:picMk id="5" creationId="{618217EF-7371-6116-23DB-BB725277ED0A}"/>
          </ac:picMkLst>
        </pc:picChg>
        <pc:picChg chg="add mod modCrop">
          <ac:chgData name="Moises Antonio Abarca Perez" userId="b4ea1345-0ba0-45c3-bb7e-2393637a3647" providerId="ADAL" clId="{8F551884-EB5C-4F84-B345-179A710C3168}" dt="2026-09-08T17:17:04.744" v="15" actId="34807"/>
          <ac:picMkLst>
            <pc:docMk/>
            <pc:sldMk cId="1431118438" sldId="267"/>
            <ac:picMk id="6" creationId="{98B934CF-044C-164B-1572-92257F691670}"/>
          </ac:picMkLst>
        </pc:picChg>
      </pc:sldChg>
      <pc:sldChg chg="modSp mod">
        <pc:chgData name="Moises Antonio Abarca Perez" userId="b4ea1345-0ba0-45c3-bb7e-2393637a3647" providerId="ADAL" clId="{8F551884-EB5C-4F84-B345-179A710C3168}" dt="2026-09-08T15:13:53.614" v="7" actId="20577"/>
        <pc:sldMkLst>
          <pc:docMk/>
          <pc:sldMk cId="2541870905" sldId="275"/>
        </pc:sldMkLst>
        <pc:graphicFrameChg chg="modGraphic">
          <ac:chgData name="Moises Antonio Abarca Perez" userId="b4ea1345-0ba0-45c3-bb7e-2393637a3647" providerId="ADAL" clId="{8F551884-EB5C-4F84-B345-179A710C3168}" dt="2026-09-08T15:13:53.614" v="7" actId="20577"/>
          <ac:graphicFrameMkLst>
            <pc:docMk/>
            <pc:sldMk cId="2541870905" sldId="275"/>
            <ac:graphicFrameMk id="8" creationId="{A134E1E2-0F8E-8852-A8AA-5061439ABB85}"/>
          </ac:graphicFrameMkLst>
        </pc:graphicFrameChg>
      </pc:sldChg>
    </pc:docChg>
  </pc:docChgLst>
  <pc:docChgLst>
    <pc:chgData name="Yolanda Villanueva Aguero" userId="fa84d3c7-c543-47d2-a12a-cc4fda448f0c" providerId="ADAL" clId="{E76A6217-80FC-4463-B2AC-B7FE5C104AC6}"/>
    <pc:docChg chg="undo custSel addSld delSld modSld sldOrd">
      <pc:chgData name="Yolanda Villanueva Aguero" userId="fa84d3c7-c543-47d2-a12a-cc4fda448f0c" providerId="ADAL" clId="{E76A6217-80FC-4463-B2AC-B7FE5C104AC6}" dt="2026-09-11T16:06:39.755" v="1233" actId="20577"/>
      <pc:docMkLst>
        <pc:docMk/>
      </pc:docMkLst>
      <pc:sldChg chg="addSp modSp mod">
        <pc:chgData name="Yolanda Villanueva Aguero" userId="fa84d3c7-c543-47d2-a12a-cc4fda448f0c" providerId="ADAL" clId="{E76A6217-80FC-4463-B2AC-B7FE5C104AC6}" dt="2026-09-07T15:44:31.395" v="117" actId="1035"/>
        <pc:sldMkLst>
          <pc:docMk/>
          <pc:sldMk cId="408522048" sldId="257"/>
        </pc:sldMkLst>
        <pc:spChg chg="mod">
          <ac:chgData name="Yolanda Villanueva Aguero" userId="fa84d3c7-c543-47d2-a12a-cc4fda448f0c" providerId="ADAL" clId="{E76A6217-80FC-4463-B2AC-B7FE5C104AC6}" dt="2026-09-07T15:44:31.395" v="117" actId="1035"/>
          <ac:spMkLst>
            <pc:docMk/>
            <pc:sldMk cId="408522048" sldId="257"/>
            <ac:spMk id="4" creationId="{C7ABEE25-1697-48E6-9458-582E6DA50130}"/>
          </ac:spMkLst>
        </pc:spChg>
        <pc:spChg chg="add mod">
          <ac:chgData name="Yolanda Villanueva Aguero" userId="fa84d3c7-c543-47d2-a12a-cc4fda448f0c" providerId="ADAL" clId="{E76A6217-80FC-4463-B2AC-B7FE5C104AC6}" dt="2026-09-07T15:35:45.100" v="15" actId="1076"/>
          <ac:spMkLst>
            <pc:docMk/>
            <pc:sldMk cId="408522048" sldId="257"/>
            <ac:spMk id="6" creationId="{5C33A04D-017F-3F53-7492-2F2B44BA2351}"/>
          </ac:spMkLst>
        </pc:spChg>
      </pc:sldChg>
      <pc:sldChg chg="modSp mod">
        <pc:chgData name="Yolanda Villanueva Aguero" userId="fa84d3c7-c543-47d2-a12a-cc4fda448f0c" providerId="ADAL" clId="{E76A6217-80FC-4463-B2AC-B7FE5C104AC6}" dt="2026-09-07T15:43:18.651" v="92" actId="6549"/>
        <pc:sldMkLst>
          <pc:docMk/>
          <pc:sldMk cId="587004883" sldId="258"/>
        </pc:sldMkLst>
        <pc:spChg chg="mod">
          <ac:chgData name="Yolanda Villanueva Aguero" userId="fa84d3c7-c543-47d2-a12a-cc4fda448f0c" providerId="ADAL" clId="{E76A6217-80FC-4463-B2AC-B7FE5C104AC6}" dt="2026-09-07T15:43:18.651" v="92" actId="6549"/>
          <ac:spMkLst>
            <pc:docMk/>
            <pc:sldMk cId="587004883" sldId="258"/>
            <ac:spMk id="11" creationId="{65CCFB05-EF77-788D-EA00-BFC96441A1A2}"/>
          </ac:spMkLst>
        </pc:spChg>
        <pc:spChg chg="mod">
          <ac:chgData name="Yolanda Villanueva Aguero" userId="fa84d3c7-c543-47d2-a12a-cc4fda448f0c" providerId="ADAL" clId="{E76A6217-80FC-4463-B2AC-B7FE5C104AC6}" dt="2026-09-07T15:36:45.201" v="21" actId="6549"/>
          <ac:spMkLst>
            <pc:docMk/>
            <pc:sldMk cId="587004883" sldId="258"/>
            <ac:spMk id="12" creationId="{5E23E38C-E33E-6BB7-4A10-E5D8C8683385}"/>
          </ac:spMkLst>
        </pc:spChg>
      </pc:sldChg>
      <pc:sldChg chg="addSp delSp modSp mod modNotesTx">
        <pc:chgData name="Yolanda Villanueva Aguero" userId="fa84d3c7-c543-47d2-a12a-cc4fda448f0c" providerId="ADAL" clId="{E76A6217-80FC-4463-B2AC-B7FE5C104AC6}" dt="2026-09-11T16:06:39.755" v="1233" actId="20577"/>
        <pc:sldMkLst>
          <pc:docMk/>
          <pc:sldMk cId="3583910994" sldId="259"/>
        </pc:sldMkLst>
        <pc:picChg chg="add mod modCrop">
          <ac:chgData name="Yolanda Villanueva Aguero" userId="fa84d3c7-c543-47d2-a12a-cc4fda448f0c" providerId="ADAL" clId="{E76A6217-80FC-4463-B2AC-B7FE5C104AC6}" dt="2026-09-08T14:42:35.784" v="845" actId="1076"/>
          <ac:picMkLst>
            <pc:docMk/>
            <pc:sldMk cId="3583910994" sldId="259"/>
            <ac:picMk id="3" creationId="{177FBA4B-66A7-82C6-595C-46BE7E63FD77}"/>
          </ac:picMkLst>
        </pc:picChg>
      </pc:sldChg>
      <pc:sldChg chg="addSp delSp modSp add mod">
        <pc:chgData name="Yolanda Villanueva Aguero" userId="fa84d3c7-c543-47d2-a12a-cc4fda448f0c" providerId="ADAL" clId="{E76A6217-80FC-4463-B2AC-B7FE5C104AC6}" dt="2026-09-11T13:45:46.886" v="1176" actId="313"/>
        <pc:sldMkLst>
          <pc:docMk/>
          <pc:sldMk cId="2049260246" sldId="263"/>
        </pc:sldMkLst>
        <pc:spChg chg="mod">
          <ac:chgData name="Yolanda Villanueva Aguero" userId="fa84d3c7-c543-47d2-a12a-cc4fda448f0c" providerId="ADAL" clId="{E76A6217-80FC-4463-B2AC-B7FE5C104AC6}" dt="2026-09-07T15:51:15.379" v="119" actId="6549"/>
          <ac:spMkLst>
            <pc:docMk/>
            <pc:sldMk cId="2049260246" sldId="263"/>
            <ac:spMk id="11" creationId="{74E94D39-4BF6-8AAD-FA2D-E33D8933EC59}"/>
          </ac:spMkLst>
        </pc:spChg>
        <pc:graphicFrameChg chg="add mod modGraphic">
          <ac:chgData name="Yolanda Villanueva Aguero" userId="fa84d3c7-c543-47d2-a12a-cc4fda448f0c" providerId="ADAL" clId="{E76A6217-80FC-4463-B2AC-B7FE5C104AC6}" dt="2026-09-11T13:45:46.886" v="1176" actId="313"/>
          <ac:graphicFrameMkLst>
            <pc:docMk/>
            <pc:sldMk cId="2049260246" sldId="263"/>
            <ac:graphicFrameMk id="2" creationId="{230B5401-FC83-3674-D10B-52EE1A18C5E0}"/>
          </ac:graphicFrameMkLst>
        </pc:graphicFrameChg>
        <pc:picChg chg="mod">
          <ac:chgData name="Yolanda Villanueva Aguero" userId="fa84d3c7-c543-47d2-a12a-cc4fda448f0c" providerId="ADAL" clId="{E76A6217-80FC-4463-B2AC-B7FE5C104AC6}" dt="2026-09-07T15:39:31.911" v="71" actId="1036"/>
          <ac:picMkLst>
            <pc:docMk/>
            <pc:sldMk cId="2049260246" sldId="263"/>
            <ac:picMk id="10" creationId="{6E7A176B-E0DD-8F3F-D9D6-EA4764AA837D}"/>
          </ac:picMkLst>
        </pc:picChg>
      </pc:sldChg>
      <pc:sldChg chg="modSp mod">
        <pc:chgData name="Yolanda Villanueva Aguero" userId="fa84d3c7-c543-47d2-a12a-cc4fda448f0c" providerId="ADAL" clId="{E76A6217-80FC-4463-B2AC-B7FE5C104AC6}" dt="2026-09-08T14:34:42.910" v="839" actId="108"/>
        <pc:sldMkLst>
          <pc:docMk/>
          <pc:sldMk cId="2608242152" sldId="265"/>
        </pc:sldMkLst>
        <pc:spChg chg="mod">
          <ac:chgData name="Yolanda Villanueva Aguero" userId="fa84d3c7-c543-47d2-a12a-cc4fda448f0c" providerId="ADAL" clId="{E76A6217-80FC-4463-B2AC-B7FE5C104AC6}" dt="2026-09-08T14:34:42.910" v="839" actId="108"/>
          <ac:spMkLst>
            <pc:docMk/>
            <pc:sldMk cId="2608242152" sldId="265"/>
            <ac:spMk id="3" creationId="{45487904-0F41-5A7D-3308-6EAA9221BDF0}"/>
          </ac:spMkLst>
        </pc:spChg>
      </pc:sldChg>
      <pc:sldChg chg="modSp mod modNotesTx">
        <pc:chgData name="Yolanda Villanueva Aguero" userId="fa84d3c7-c543-47d2-a12a-cc4fda448f0c" providerId="ADAL" clId="{E76A6217-80FC-4463-B2AC-B7FE5C104AC6}" dt="2026-09-11T15:59:25.174" v="1210" actId="20577"/>
        <pc:sldMkLst>
          <pc:docMk/>
          <pc:sldMk cId="1431118438" sldId="267"/>
        </pc:sldMkLst>
        <pc:graphicFrameChg chg="mod modGraphic">
          <ac:chgData name="Yolanda Villanueva Aguero" userId="fa84d3c7-c543-47d2-a12a-cc4fda448f0c" providerId="ADAL" clId="{E76A6217-80FC-4463-B2AC-B7FE5C104AC6}" dt="2026-09-08T14:34:26.751" v="838" actId="14734"/>
          <ac:graphicFrameMkLst>
            <pc:docMk/>
            <pc:sldMk cId="1431118438" sldId="267"/>
            <ac:graphicFrameMk id="2" creationId="{7044EB0E-832A-06B3-E488-7D4D559A75B6}"/>
          </ac:graphicFrameMkLst>
        </pc:graphicFrameChg>
      </pc:sldChg>
      <pc:sldChg chg="addSp delSp modSp add del mod">
        <pc:chgData name="Yolanda Villanueva Aguero" userId="fa84d3c7-c543-47d2-a12a-cc4fda448f0c" providerId="ADAL" clId="{E76A6217-80FC-4463-B2AC-B7FE5C104AC6}" dt="2026-09-11T15:19:55.983" v="1206" actId="14100"/>
        <pc:sldMkLst>
          <pc:docMk/>
          <pc:sldMk cId="2324513236" sldId="269"/>
        </pc:sldMkLst>
        <pc:picChg chg="add mod modCrop">
          <ac:chgData name="Yolanda Villanueva Aguero" userId="fa84d3c7-c543-47d2-a12a-cc4fda448f0c" providerId="ADAL" clId="{E76A6217-80FC-4463-B2AC-B7FE5C104AC6}" dt="2026-09-11T15:17:45.092" v="1189" actId="14100"/>
          <ac:picMkLst>
            <pc:docMk/>
            <pc:sldMk cId="2324513236" sldId="269"/>
            <ac:picMk id="3" creationId="{F1776DE5-C208-C5F2-E835-8E8961030DB7}"/>
          </ac:picMkLst>
        </pc:picChg>
        <pc:picChg chg="add mod modCrop">
          <ac:chgData name="Yolanda Villanueva Aguero" userId="fa84d3c7-c543-47d2-a12a-cc4fda448f0c" providerId="ADAL" clId="{E76A6217-80FC-4463-B2AC-B7FE5C104AC6}" dt="2026-09-11T15:19:55.983" v="1206" actId="14100"/>
          <ac:picMkLst>
            <pc:docMk/>
            <pc:sldMk cId="2324513236" sldId="269"/>
            <ac:picMk id="8" creationId="{2BAA1C97-E8ED-3B91-39E1-8EE6C91DD28A}"/>
          </ac:picMkLst>
        </pc:picChg>
        <pc:picChg chg="del mod">
          <ac:chgData name="Yolanda Villanueva Aguero" userId="fa84d3c7-c543-47d2-a12a-cc4fda448f0c" providerId="ADAL" clId="{E76A6217-80FC-4463-B2AC-B7FE5C104AC6}" dt="2026-09-11T15:18:32.567" v="1193" actId="478"/>
          <ac:picMkLst>
            <pc:docMk/>
            <pc:sldMk cId="2324513236" sldId="269"/>
            <ac:picMk id="2051" creationId="{C8E9545C-B768-F2C0-B6C9-8E9987AF5FAA}"/>
          </ac:picMkLst>
        </pc:picChg>
        <pc:picChg chg="del mod">
          <ac:chgData name="Yolanda Villanueva Aguero" userId="fa84d3c7-c543-47d2-a12a-cc4fda448f0c" providerId="ADAL" clId="{E76A6217-80FC-4463-B2AC-B7FE5C104AC6}" dt="2026-09-11T15:19:41.447" v="1203" actId="478"/>
          <ac:picMkLst>
            <pc:docMk/>
            <pc:sldMk cId="2324513236" sldId="269"/>
            <ac:picMk id="2053" creationId="{77386CE7-00A0-E4E3-1C22-CF9A1B31E422}"/>
          </ac:picMkLst>
        </pc:picChg>
      </pc:sldChg>
      <pc:sldChg chg="addSp delSp modSp mod">
        <pc:chgData name="Yolanda Villanueva Aguero" userId="fa84d3c7-c543-47d2-a12a-cc4fda448f0c" providerId="ADAL" clId="{E76A6217-80FC-4463-B2AC-B7FE5C104AC6}" dt="2026-09-08T15:06:22.307" v="959"/>
        <pc:sldMkLst>
          <pc:docMk/>
          <pc:sldMk cId="2915139093" sldId="272"/>
        </pc:sldMkLst>
        <pc:graphicFrameChg chg="add mod modGraphic">
          <ac:chgData name="Yolanda Villanueva Aguero" userId="fa84d3c7-c543-47d2-a12a-cc4fda448f0c" providerId="ADAL" clId="{E76A6217-80FC-4463-B2AC-B7FE5C104AC6}" dt="2026-09-08T15:06:22.307" v="959"/>
          <ac:graphicFrameMkLst>
            <pc:docMk/>
            <pc:sldMk cId="2915139093" sldId="272"/>
            <ac:graphicFrameMk id="8" creationId="{C7A67CDD-8CE2-60CA-E09F-8E2D9BE78684}"/>
          </ac:graphicFrameMkLst>
        </pc:graphicFrameChg>
      </pc:sldChg>
      <pc:sldChg chg="addSp modSp add mod">
        <pc:chgData name="Yolanda Villanueva Aguero" userId="fa84d3c7-c543-47d2-a12a-cc4fda448f0c" providerId="ADAL" clId="{E76A6217-80FC-4463-B2AC-B7FE5C104AC6}" dt="2026-09-08T16:51:01.471" v="1122" actId="1076"/>
        <pc:sldMkLst>
          <pc:docMk/>
          <pc:sldMk cId="2541870905" sldId="275"/>
        </pc:sldMkLst>
        <pc:spChg chg="mod">
          <ac:chgData name="Yolanda Villanueva Aguero" userId="fa84d3c7-c543-47d2-a12a-cc4fda448f0c" providerId="ADAL" clId="{E76A6217-80FC-4463-B2AC-B7FE5C104AC6}" dt="2026-09-08T15:14:36.823" v="1009" actId="1035"/>
          <ac:spMkLst>
            <pc:docMk/>
            <pc:sldMk cId="2541870905" sldId="275"/>
            <ac:spMk id="11" creationId="{C0407D31-4B07-250B-3561-C0B862BEE6A0}"/>
          </ac:spMkLst>
        </pc:spChg>
        <pc:graphicFrameChg chg="mod modGraphic">
          <ac:chgData name="Yolanda Villanueva Aguero" userId="fa84d3c7-c543-47d2-a12a-cc4fda448f0c" providerId="ADAL" clId="{E76A6217-80FC-4463-B2AC-B7FE5C104AC6}" dt="2026-09-08T16:50:49.173" v="1118" actId="5793"/>
          <ac:graphicFrameMkLst>
            <pc:docMk/>
            <pc:sldMk cId="2541870905" sldId="275"/>
            <ac:graphicFrameMk id="8" creationId="{A134E1E2-0F8E-8852-A8AA-5061439ABB85}"/>
          </ac:graphicFrameMkLst>
        </pc:graphicFrameChg>
        <pc:picChg chg="add mod">
          <ac:chgData name="Yolanda Villanueva Aguero" userId="fa84d3c7-c543-47d2-a12a-cc4fda448f0c" providerId="ADAL" clId="{E76A6217-80FC-4463-B2AC-B7FE5C104AC6}" dt="2026-09-08T16:51:01.471" v="1122" actId="1076"/>
          <ac:picMkLst>
            <pc:docMk/>
            <pc:sldMk cId="2541870905" sldId="275"/>
            <ac:picMk id="3" creationId="{A55EC99A-708D-1C8B-D7FB-20EE5D60A77B}"/>
          </ac:picMkLst>
        </pc:picChg>
        <pc:picChg chg="mod">
          <ac:chgData name="Yolanda Villanueva Aguero" userId="fa84d3c7-c543-47d2-a12a-cc4fda448f0c" providerId="ADAL" clId="{E76A6217-80FC-4463-B2AC-B7FE5C104AC6}" dt="2026-09-08T15:14:36.823" v="1009" actId="1035"/>
          <ac:picMkLst>
            <pc:docMk/>
            <pc:sldMk cId="2541870905" sldId="275"/>
            <ac:picMk id="10" creationId="{4652EB96-17E7-D8D8-0EEC-E9D6330582DE}"/>
          </ac:picMkLst>
        </pc:picChg>
      </pc:sldChg>
      <pc:sldChg chg="add del">
        <pc:chgData name="Yolanda Villanueva Aguero" userId="fa84d3c7-c543-47d2-a12a-cc4fda448f0c" providerId="ADAL" clId="{E76A6217-80FC-4463-B2AC-B7FE5C104AC6}" dt="2026-09-11T15:12:57.664" v="1179" actId="47"/>
        <pc:sldMkLst>
          <pc:docMk/>
          <pc:sldMk cId="4027110201" sldId="276"/>
        </pc:sldMkLst>
      </pc:sldChg>
      <pc:sldChg chg="addSp delSp modSp add mod">
        <pc:chgData name="Yolanda Villanueva Aguero" userId="fa84d3c7-c543-47d2-a12a-cc4fda448f0c" providerId="ADAL" clId="{E76A6217-80FC-4463-B2AC-B7FE5C104AC6}" dt="2026-09-08T19:14:28.294" v="1155" actId="207"/>
        <pc:sldMkLst>
          <pc:docMk/>
          <pc:sldMk cId="806430556" sldId="277"/>
        </pc:sldMkLst>
        <pc:spChg chg="mod">
          <ac:chgData name="Yolanda Villanueva Aguero" userId="fa84d3c7-c543-47d2-a12a-cc4fda448f0c" providerId="ADAL" clId="{E76A6217-80FC-4463-B2AC-B7FE5C104AC6}" dt="2026-09-08T19:12:29.015" v="1130" actId="20577"/>
          <ac:spMkLst>
            <pc:docMk/>
            <pc:sldMk cId="806430556" sldId="277"/>
            <ac:spMk id="11" creationId="{D530C557-0916-A5FA-1C3D-772F4717C437}"/>
          </ac:spMkLst>
        </pc:spChg>
        <pc:graphicFrameChg chg="add mod modGraphic">
          <ac:chgData name="Yolanda Villanueva Aguero" userId="fa84d3c7-c543-47d2-a12a-cc4fda448f0c" providerId="ADAL" clId="{E76A6217-80FC-4463-B2AC-B7FE5C104AC6}" dt="2026-09-08T19:14:28.294" v="1155" actId="207"/>
          <ac:graphicFrameMkLst>
            <pc:docMk/>
            <pc:sldMk cId="806430556" sldId="277"/>
            <ac:graphicFrameMk id="2" creationId="{AE8E520D-0844-07D3-C9BA-016D0FDB1F24}"/>
          </ac:graphicFrameMkLst>
        </pc:graphicFrameChg>
      </pc:sldChg>
    </pc:docChg>
  </pc:docChgLst>
  <pc:docChgLst>
    <pc:chgData name="Karen Ivone White Acuna" userId="e9d7f09b-791a-4ea7-98fc-63b9c98093be" providerId="ADAL" clId="{0043EC44-6DE3-4B8A-B17C-AC4823F02082}"/>
    <pc:docChg chg="undo custSel addSld delSld modSld sldOrd">
      <pc:chgData name="Karen Ivone White Acuna" userId="e9d7f09b-791a-4ea7-98fc-63b9c98093be" providerId="ADAL" clId="{0043EC44-6DE3-4B8A-B17C-AC4823F02082}" dt="2026-09-11T15:00:12.993" v="4701" actId="20577"/>
      <pc:docMkLst>
        <pc:docMk/>
      </pc:docMkLst>
      <pc:sldChg chg="addSp delSp modSp mod">
        <pc:chgData name="Karen Ivone White Acuna" userId="e9d7f09b-791a-4ea7-98fc-63b9c98093be" providerId="ADAL" clId="{0043EC44-6DE3-4B8A-B17C-AC4823F02082}" dt="2026-09-08T16:45:08.906" v="3473" actId="1076"/>
        <pc:sldMkLst>
          <pc:docMk/>
          <pc:sldMk cId="408522048" sldId="257"/>
        </pc:sldMkLst>
        <pc:spChg chg="mod">
          <ac:chgData name="Karen Ivone White Acuna" userId="e9d7f09b-791a-4ea7-98fc-63b9c98093be" providerId="ADAL" clId="{0043EC44-6DE3-4B8A-B17C-AC4823F02082}" dt="2026-09-07T17:51:18.593" v="1070" actId="1076"/>
          <ac:spMkLst>
            <pc:docMk/>
            <pc:sldMk cId="408522048" sldId="257"/>
            <ac:spMk id="4" creationId="{C7ABEE25-1697-48E6-9458-582E6DA50130}"/>
          </ac:spMkLst>
        </pc:spChg>
        <pc:spChg chg="mod">
          <ac:chgData name="Karen Ivone White Acuna" userId="e9d7f09b-791a-4ea7-98fc-63b9c98093be" providerId="ADAL" clId="{0043EC44-6DE3-4B8A-B17C-AC4823F02082}" dt="2026-09-08T16:45:08.906" v="3473" actId="1076"/>
          <ac:spMkLst>
            <pc:docMk/>
            <pc:sldMk cId="408522048" sldId="257"/>
            <ac:spMk id="6" creationId="{5C33A04D-017F-3F53-7492-2F2B44BA2351}"/>
          </ac:spMkLst>
        </pc:spChg>
        <pc:picChg chg="mod">
          <ac:chgData name="Karen Ivone White Acuna" userId="e9d7f09b-791a-4ea7-98fc-63b9c98093be" providerId="ADAL" clId="{0043EC44-6DE3-4B8A-B17C-AC4823F02082}" dt="2026-09-07T17:51:10.471" v="1067" actId="1076"/>
          <ac:picMkLst>
            <pc:docMk/>
            <pc:sldMk cId="408522048" sldId="257"/>
            <ac:picMk id="5" creationId="{AEC17EF6-4ACC-79BF-B938-B326BBF1B631}"/>
          </ac:picMkLst>
        </pc:picChg>
      </pc:sldChg>
      <pc:sldChg chg="modSp mod">
        <pc:chgData name="Karen Ivone White Acuna" userId="e9d7f09b-791a-4ea7-98fc-63b9c98093be" providerId="ADAL" clId="{0043EC44-6DE3-4B8A-B17C-AC4823F02082}" dt="2026-09-08T17:05:21.531" v="3766" actId="14100"/>
        <pc:sldMkLst>
          <pc:docMk/>
          <pc:sldMk cId="587004883" sldId="258"/>
        </pc:sldMkLst>
        <pc:spChg chg="mod">
          <ac:chgData name="Karen Ivone White Acuna" userId="e9d7f09b-791a-4ea7-98fc-63b9c98093be" providerId="ADAL" clId="{0043EC44-6DE3-4B8A-B17C-AC4823F02082}" dt="2026-09-08T17:05:21.531" v="3766" actId="14100"/>
          <ac:spMkLst>
            <pc:docMk/>
            <pc:sldMk cId="587004883" sldId="258"/>
            <ac:spMk id="11" creationId="{65CCFB05-EF77-788D-EA00-BFC96441A1A2}"/>
          </ac:spMkLst>
        </pc:spChg>
        <pc:spChg chg="mod">
          <ac:chgData name="Karen Ivone White Acuna" userId="e9d7f09b-791a-4ea7-98fc-63b9c98093be" providerId="ADAL" clId="{0043EC44-6DE3-4B8A-B17C-AC4823F02082}" dt="2026-09-07T17:17:49.185" v="86" actId="20577"/>
          <ac:spMkLst>
            <pc:docMk/>
            <pc:sldMk cId="587004883" sldId="258"/>
            <ac:spMk id="12" creationId="{5E23E38C-E33E-6BB7-4A10-E5D8C8683385}"/>
          </ac:spMkLst>
        </pc:spChg>
      </pc:sldChg>
      <pc:sldChg chg="modSp mod">
        <pc:chgData name="Karen Ivone White Acuna" userId="e9d7f09b-791a-4ea7-98fc-63b9c98093be" providerId="ADAL" clId="{0043EC44-6DE3-4B8A-B17C-AC4823F02082}" dt="2026-09-08T15:27:10.640" v="2684" actId="14100"/>
        <pc:sldMkLst>
          <pc:docMk/>
          <pc:sldMk cId="3583910994" sldId="259"/>
        </pc:sldMkLst>
        <pc:spChg chg="mod">
          <ac:chgData name="Karen Ivone White Acuna" userId="e9d7f09b-791a-4ea7-98fc-63b9c98093be" providerId="ADAL" clId="{0043EC44-6DE3-4B8A-B17C-AC4823F02082}" dt="2026-09-08T15:27:10.640" v="2684" actId="14100"/>
          <ac:spMkLst>
            <pc:docMk/>
            <pc:sldMk cId="3583910994" sldId="259"/>
            <ac:spMk id="7" creationId="{4D2A88A8-E75C-A892-E542-5BE7EBA4D1D8}"/>
          </ac:spMkLst>
        </pc:spChg>
      </pc:sldChg>
      <pc:sldChg chg="addSp delSp modSp mod ord">
        <pc:chgData name="Karen Ivone White Acuna" userId="e9d7f09b-791a-4ea7-98fc-63b9c98093be" providerId="ADAL" clId="{0043EC44-6DE3-4B8A-B17C-AC4823F02082}" dt="2026-09-08T17:17:28.792" v="3942"/>
        <pc:sldMkLst>
          <pc:docMk/>
          <pc:sldMk cId="3631974660" sldId="260"/>
        </pc:sldMkLst>
        <pc:spChg chg="mod">
          <ac:chgData name="Karen Ivone White Acuna" userId="e9d7f09b-791a-4ea7-98fc-63b9c98093be" providerId="ADAL" clId="{0043EC44-6DE3-4B8A-B17C-AC4823F02082}" dt="2026-09-08T14:27:19.708" v="1968" actId="14100"/>
          <ac:spMkLst>
            <pc:docMk/>
            <pc:sldMk cId="3631974660" sldId="260"/>
            <ac:spMk id="16" creationId="{435DF397-6EFC-0C4F-19E5-C392D91F0D99}"/>
          </ac:spMkLst>
        </pc:spChg>
        <pc:picChg chg="add mod">
          <ac:chgData name="Karen Ivone White Acuna" userId="e9d7f09b-791a-4ea7-98fc-63b9c98093be" providerId="ADAL" clId="{0043EC44-6DE3-4B8A-B17C-AC4823F02082}" dt="2026-09-08T17:15:45.793" v="3940" actId="14100"/>
          <ac:picMkLst>
            <pc:docMk/>
            <pc:sldMk cId="3631974660" sldId="260"/>
            <ac:picMk id="5" creationId="{5FB06E43-6A62-9CCA-CFDB-63E00FC23EA2}"/>
          </ac:picMkLst>
        </pc:picChg>
        <pc:picChg chg="mod">
          <ac:chgData name="Karen Ivone White Acuna" userId="e9d7f09b-791a-4ea7-98fc-63b9c98093be" providerId="ADAL" clId="{0043EC44-6DE3-4B8A-B17C-AC4823F02082}" dt="2026-09-08T14:27:16.639" v="1967" actId="14100"/>
          <ac:picMkLst>
            <pc:docMk/>
            <pc:sldMk cId="3631974660" sldId="260"/>
            <ac:picMk id="15" creationId="{5EA10512-A168-6CD5-FD77-22CC82AA16CC}"/>
          </ac:picMkLst>
        </pc:picChg>
      </pc:sldChg>
      <pc:sldChg chg="modSp mod">
        <pc:chgData name="Karen Ivone White Acuna" userId="e9d7f09b-791a-4ea7-98fc-63b9c98093be" providerId="ADAL" clId="{0043EC44-6DE3-4B8A-B17C-AC4823F02082}" dt="2026-09-08T17:37:50.704" v="4042" actId="1076"/>
        <pc:sldMkLst>
          <pc:docMk/>
          <pc:sldMk cId="1336100125" sldId="261"/>
        </pc:sldMkLst>
        <pc:spChg chg="mod">
          <ac:chgData name="Karen Ivone White Acuna" userId="e9d7f09b-791a-4ea7-98fc-63b9c98093be" providerId="ADAL" clId="{0043EC44-6DE3-4B8A-B17C-AC4823F02082}" dt="2026-09-08T17:37:50.704" v="4042" actId="1076"/>
          <ac:spMkLst>
            <pc:docMk/>
            <pc:sldMk cId="1336100125" sldId="261"/>
            <ac:spMk id="5" creationId="{8634B469-9DF5-455E-1201-0E0EF0539EA8}"/>
          </ac:spMkLst>
        </pc:spChg>
      </pc:sldChg>
      <pc:sldChg chg="modSp mod">
        <pc:chgData name="Karen Ivone White Acuna" userId="e9d7f09b-791a-4ea7-98fc-63b9c98093be" providerId="ADAL" clId="{0043EC44-6DE3-4B8A-B17C-AC4823F02082}" dt="2026-09-08T17:05:34.754" v="3769" actId="1076"/>
        <pc:sldMkLst>
          <pc:docMk/>
          <pc:sldMk cId="2049260246" sldId="263"/>
        </pc:sldMkLst>
        <pc:spChg chg="mod">
          <ac:chgData name="Karen Ivone White Acuna" userId="e9d7f09b-791a-4ea7-98fc-63b9c98093be" providerId="ADAL" clId="{0043EC44-6DE3-4B8A-B17C-AC4823F02082}" dt="2026-09-08T17:05:32.481" v="3768" actId="1076"/>
          <ac:spMkLst>
            <pc:docMk/>
            <pc:sldMk cId="2049260246" sldId="263"/>
            <ac:spMk id="11" creationId="{74E94D39-4BF6-8AAD-FA2D-E33D8933EC59}"/>
          </ac:spMkLst>
        </pc:spChg>
        <pc:graphicFrameChg chg="mod modGraphic">
          <ac:chgData name="Karen Ivone White Acuna" userId="e9d7f09b-791a-4ea7-98fc-63b9c98093be" providerId="ADAL" clId="{0043EC44-6DE3-4B8A-B17C-AC4823F02082}" dt="2026-09-08T17:05:34.754" v="3769" actId="1076"/>
          <ac:graphicFrameMkLst>
            <pc:docMk/>
            <pc:sldMk cId="2049260246" sldId="263"/>
            <ac:graphicFrameMk id="2" creationId="{230B5401-FC83-3674-D10B-52EE1A18C5E0}"/>
          </ac:graphicFrameMkLst>
        </pc:graphicFrameChg>
        <pc:picChg chg="mod">
          <ac:chgData name="Karen Ivone White Acuna" userId="e9d7f09b-791a-4ea7-98fc-63b9c98093be" providerId="ADAL" clId="{0043EC44-6DE3-4B8A-B17C-AC4823F02082}" dt="2026-09-08T17:05:29.891" v="3767" actId="1076"/>
          <ac:picMkLst>
            <pc:docMk/>
            <pc:sldMk cId="2049260246" sldId="263"/>
            <ac:picMk id="10" creationId="{6E7A176B-E0DD-8F3F-D9D6-EA4764AA837D}"/>
          </ac:picMkLst>
        </pc:picChg>
      </pc:sldChg>
      <pc:sldChg chg="addSp delSp modSp add mod ord modNotesTx">
        <pc:chgData name="Karen Ivone White Acuna" userId="e9d7f09b-791a-4ea7-98fc-63b9c98093be" providerId="ADAL" clId="{0043EC44-6DE3-4B8A-B17C-AC4823F02082}" dt="2026-09-08T19:48:31.066" v="4579" actId="20577"/>
        <pc:sldMkLst>
          <pc:docMk/>
          <pc:sldMk cId="2608242152" sldId="265"/>
        </pc:sldMkLst>
        <pc:spChg chg="add mod">
          <ac:chgData name="Karen Ivone White Acuna" userId="e9d7f09b-791a-4ea7-98fc-63b9c98093be" providerId="ADAL" clId="{0043EC44-6DE3-4B8A-B17C-AC4823F02082}" dt="2026-09-08T17:14:32.211" v="3938" actId="1076"/>
          <ac:spMkLst>
            <pc:docMk/>
            <pc:sldMk cId="2608242152" sldId="265"/>
            <ac:spMk id="3" creationId="{45487904-0F41-5A7D-3308-6EAA9221BDF0}"/>
          </ac:spMkLst>
        </pc:spChg>
        <pc:spChg chg="mod">
          <ac:chgData name="Karen Ivone White Acuna" userId="e9d7f09b-791a-4ea7-98fc-63b9c98093be" providerId="ADAL" clId="{0043EC44-6DE3-4B8A-B17C-AC4823F02082}" dt="2026-09-08T15:26:12.665" v="2680" actId="20577"/>
          <ac:spMkLst>
            <pc:docMk/>
            <pc:sldMk cId="2608242152" sldId="265"/>
            <ac:spMk id="11" creationId="{AC94DE05-FF37-E989-7543-6F8B000A46F2}"/>
          </ac:spMkLst>
        </pc:spChg>
        <pc:picChg chg="add mod">
          <ac:chgData name="Karen Ivone White Acuna" userId="e9d7f09b-791a-4ea7-98fc-63b9c98093be" providerId="ADAL" clId="{0043EC44-6DE3-4B8A-B17C-AC4823F02082}" dt="2026-09-07T19:00:31.328" v="1103" actId="1076"/>
          <ac:picMkLst>
            <pc:docMk/>
            <pc:sldMk cId="2608242152" sldId="265"/>
            <ac:picMk id="5" creationId="{5A1068A6-8FFB-6BEA-B1AE-89C5DC6E9CCA}"/>
          </ac:picMkLst>
        </pc:picChg>
      </pc:sldChg>
      <pc:sldChg chg="delSp modSp add mod ord">
        <pc:chgData name="Karen Ivone White Acuna" userId="e9d7f09b-791a-4ea7-98fc-63b9c98093be" providerId="ADAL" clId="{0043EC44-6DE3-4B8A-B17C-AC4823F02082}" dt="2026-09-08T17:25:23.537" v="4036" actId="14100"/>
        <pc:sldMkLst>
          <pc:docMk/>
          <pc:sldMk cId="2232387616" sldId="266"/>
        </pc:sldMkLst>
        <pc:spChg chg="mod">
          <ac:chgData name="Karen Ivone White Acuna" userId="e9d7f09b-791a-4ea7-98fc-63b9c98093be" providerId="ADAL" clId="{0043EC44-6DE3-4B8A-B17C-AC4823F02082}" dt="2026-09-08T17:05:56.257" v="3806" actId="1076"/>
          <ac:spMkLst>
            <pc:docMk/>
            <pc:sldMk cId="2232387616" sldId="266"/>
            <ac:spMk id="11" creationId="{401ABD8F-EB5C-8410-60FB-13E9BF4F22CD}"/>
          </ac:spMkLst>
        </pc:spChg>
        <pc:spChg chg="mod">
          <ac:chgData name="Karen Ivone White Acuna" userId="e9d7f09b-791a-4ea7-98fc-63b9c98093be" providerId="ADAL" clId="{0043EC44-6DE3-4B8A-B17C-AC4823F02082}" dt="2026-09-08T17:25:23.537" v="4036" actId="14100"/>
          <ac:spMkLst>
            <pc:docMk/>
            <pc:sldMk cId="2232387616" sldId="266"/>
            <ac:spMk id="12" creationId="{2288CFAB-4CE8-CE9B-2757-C1F3F13DCC5F}"/>
          </ac:spMkLst>
        </pc:spChg>
        <pc:picChg chg="mod">
          <ac:chgData name="Karen Ivone White Acuna" userId="e9d7f09b-791a-4ea7-98fc-63b9c98093be" providerId="ADAL" clId="{0043EC44-6DE3-4B8A-B17C-AC4823F02082}" dt="2026-09-08T17:05:53.745" v="3805" actId="1035"/>
          <ac:picMkLst>
            <pc:docMk/>
            <pc:sldMk cId="2232387616" sldId="266"/>
            <ac:picMk id="10" creationId="{FA250BCB-6218-0532-BE9A-49B8E1C78C36}"/>
          </ac:picMkLst>
        </pc:picChg>
        <pc:picChg chg="mod">
          <ac:chgData name="Karen Ivone White Acuna" userId="e9d7f09b-791a-4ea7-98fc-63b9c98093be" providerId="ADAL" clId="{0043EC44-6DE3-4B8A-B17C-AC4823F02082}" dt="2026-09-08T17:13:25.816" v="3928" actId="1076"/>
          <ac:picMkLst>
            <pc:docMk/>
            <pc:sldMk cId="2232387616" sldId="266"/>
            <ac:picMk id="1026" creationId="{D1217D6F-5687-86BD-25D5-8032731677BA}"/>
          </ac:picMkLst>
        </pc:picChg>
      </pc:sldChg>
      <pc:sldChg chg="addSp delSp modSp add mod ord">
        <pc:chgData name="Karen Ivone White Acuna" userId="e9d7f09b-791a-4ea7-98fc-63b9c98093be" providerId="ADAL" clId="{0043EC44-6DE3-4B8A-B17C-AC4823F02082}" dt="2026-09-08T17:14:15.960" v="3937" actId="113"/>
        <pc:sldMkLst>
          <pc:docMk/>
          <pc:sldMk cId="1431118438" sldId="267"/>
        </pc:sldMkLst>
        <pc:spChg chg="mod">
          <ac:chgData name="Karen Ivone White Acuna" userId="e9d7f09b-791a-4ea7-98fc-63b9c98093be" providerId="ADAL" clId="{0043EC44-6DE3-4B8A-B17C-AC4823F02082}" dt="2026-09-08T14:32:29.059" v="2127" actId="1076"/>
          <ac:spMkLst>
            <pc:docMk/>
            <pc:sldMk cId="1431118438" sldId="267"/>
            <ac:spMk id="11" creationId="{61A60E5D-ACD8-4881-CBE3-CB720AE7610E}"/>
          </ac:spMkLst>
        </pc:spChg>
        <pc:graphicFrameChg chg="add mod modGraphic">
          <ac:chgData name="Karen Ivone White Acuna" userId="e9d7f09b-791a-4ea7-98fc-63b9c98093be" providerId="ADAL" clId="{0043EC44-6DE3-4B8A-B17C-AC4823F02082}" dt="2026-09-08T17:14:15.960" v="3937" actId="113"/>
          <ac:graphicFrameMkLst>
            <pc:docMk/>
            <pc:sldMk cId="1431118438" sldId="267"/>
            <ac:graphicFrameMk id="2" creationId="{7044EB0E-832A-06B3-E488-7D4D559A75B6}"/>
          </ac:graphicFrameMkLst>
        </pc:graphicFrameChg>
        <pc:picChg chg="mod">
          <ac:chgData name="Karen Ivone White Acuna" userId="e9d7f09b-791a-4ea7-98fc-63b9c98093be" providerId="ADAL" clId="{0043EC44-6DE3-4B8A-B17C-AC4823F02082}" dt="2026-09-08T14:32:35.580" v="2129" actId="1076"/>
          <ac:picMkLst>
            <pc:docMk/>
            <pc:sldMk cId="1431118438" sldId="267"/>
            <ac:picMk id="10" creationId="{EF0C5E24-A6A4-CF9F-D1D7-37475EA8A38A}"/>
          </ac:picMkLst>
        </pc:picChg>
      </pc:sldChg>
      <pc:sldChg chg="delSp modSp add mod ord">
        <pc:chgData name="Karen Ivone White Acuna" userId="e9d7f09b-791a-4ea7-98fc-63b9c98093be" providerId="ADAL" clId="{0043EC44-6DE3-4B8A-B17C-AC4823F02082}" dt="2026-09-08T15:54:34.433" v="3142" actId="14100"/>
        <pc:sldMkLst>
          <pc:docMk/>
          <pc:sldMk cId="2324513236" sldId="269"/>
        </pc:sldMkLst>
        <pc:spChg chg="mod">
          <ac:chgData name="Karen Ivone White Acuna" userId="e9d7f09b-791a-4ea7-98fc-63b9c98093be" providerId="ADAL" clId="{0043EC44-6DE3-4B8A-B17C-AC4823F02082}" dt="2026-09-08T15:54:29.383" v="3141" actId="14100"/>
          <ac:spMkLst>
            <pc:docMk/>
            <pc:sldMk cId="2324513236" sldId="269"/>
            <ac:spMk id="7" creationId="{25DC1FE6-0727-4509-C278-86633C343DAF}"/>
          </ac:spMkLst>
        </pc:spChg>
        <pc:picChg chg="mod">
          <ac:chgData name="Karen Ivone White Acuna" userId="e9d7f09b-791a-4ea7-98fc-63b9c98093be" providerId="ADAL" clId="{0043EC44-6DE3-4B8A-B17C-AC4823F02082}" dt="2026-09-08T15:54:34.433" v="3142" actId="14100"/>
          <ac:picMkLst>
            <pc:docMk/>
            <pc:sldMk cId="2324513236" sldId="269"/>
            <ac:picMk id="6" creationId="{C9F959E5-363C-3E55-AC10-8CC70D132362}"/>
          </ac:picMkLst>
        </pc:picChg>
      </pc:sldChg>
      <pc:sldChg chg="addSp delSp modSp add mod ord">
        <pc:chgData name="Karen Ivone White Acuna" userId="e9d7f09b-791a-4ea7-98fc-63b9c98093be" providerId="ADAL" clId="{0043EC44-6DE3-4B8A-B17C-AC4823F02082}" dt="2026-09-08T17:39:53.221" v="4083" actId="1036"/>
        <pc:sldMkLst>
          <pc:docMk/>
          <pc:sldMk cId="4188770459" sldId="271"/>
        </pc:sldMkLst>
        <pc:spChg chg="add mod">
          <ac:chgData name="Karen Ivone White Acuna" userId="e9d7f09b-791a-4ea7-98fc-63b9c98093be" providerId="ADAL" clId="{0043EC44-6DE3-4B8A-B17C-AC4823F02082}" dt="2026-09-08T17:39:53.221" v="4083" actId="1036"/>
          <ac:spMkLst>
            <pc:docMk/>
            <pc:sldMk cId="4188770459" sldId="271"/>
            <ac:spMk id="5" creationId="{489EE2A5-8BB2-C4B5-6F47-B87D7980FB5E}"/>
          </ac:spMkLst>
        </pc:spChg>
        <pc:spChg chg="mod">
          <ac:chgData name="Karen Ivone White Acuna" userId="e9d7f09b-791a-4ea7-98fc-63b9c98093be" providerId="ADAL" clId="{0043EC44-6DE3-4B8A-B17C-AC4823F02082}" dt="2026-09-08T16:35:29.084" v="3240" actId="1076"/>
          <ac:spMkLst>
            <pc:docMk/>
            <pc:sldMk cId="4188770459" sldId="271"/>
            <ac:spMk id="11" creationId="{66643E5F-7186-4E45-BA44-F2EBA4587564}"/>
          </ac:spMkLst>
        </pc:spChg>
        <pc:picChg chg="mod">
          <ac:chgData name="Karen Ivone White Acuna" userId="e9d7f09b-791a-4ea7-98fc-63b9c98093be" providerId="ADAL" clId="{0043EC44-6DE3-4B8A-B17C-AC4823F02082}" dt="2026-09-08T16:35:24.142" v="3239" actId="14100"/>
          <ac:picMkLst>
            <pc:docMk/>
            <pc:sldMk cId="4188770459" sldId="271"/>
            <ac:picMk id="10" creationId="{5AD40B2E-C493-F69D-2973-8689CF7D4DD8}"/>
          </ac:picMkLst>
        </pc:picChg>
      </pc:sldChg>
      <pc:sldChg chg="addSp delSp modSp add mod modNotesTx">
        <pc:chgData name="Karen Ivone White Acuna" userId="e9d7f09b-791a-4ea7-98fc-63b9c98093be" providerId="ADAL" clId="{0043EC44-6DE3-4B8A-B17C-AC4823F02082}" dt="2026-09-08T19:49:06.787" v="4646" actId="20577"/>
        <pc:sldMkLst>
          <pc:docMk/>
          <pc:sldMk cId="2915139093" sldId="272"/>
        </pc:sldMkLst>
        <pc:spChg chg="mod">
          <ac:chgData name="Karen Ivone White Acuna" userId="e9d7f09b-791a-4ea7-98fc-63b9c98093be" providerId="ADAL" clId="{0043EC44-6DE3-4B8A-B17C-AC4823F02082}" dt="2026-09-08T19:21:03.001" v="4092" actId="1076"/>
          <ac:spMkLst>
            <pc:docMk/>
            <pc:sldMk cId="2915139093" sldId="272"/>
            <ac:spMk id="11" creationId="{4A6675FD-91F2-03D6-8691-33C3FD1739CA}"/>
          </ac:spMkLst>
        </pc:spChg>
        <pc:graphicFrameChg chg="modGraphic">
          <ac:chgData name="Karen Ivone White Acuna" userId="e9d7f09b-791a-4ea7-98fc-63b9c98093be" providerId="ADAL" clId="{0043EC44-6DE3-4B8A-B17C-AC4823F02082}" dt="2026-09-08T19:32:00.883" v="4123" actId="114"/>
          <ac:graphicFrameMkLst>
            <pc:docMk/>
            <pc:sldMk cId="2915139093" sldId="272"/>
            <ac:graphicFrameMk id="8" creationId="{C7A67CDD-8CE2-60CA-E09F-8E2D9BE78684}"/>
          </ac:graphicFrameMkLst>
        </pc:graphicFrameChg>
        <pc:picChg chg="mod">
          <ac:chgData name="Karen Ivone White Acuna" userId="e9d7f09b-791a-4ea7-98fc-63b9c98093be" providerId="ADAL" clId="{0043EC44-6DE3-4B8A-B17C-AC4823F02082}" dt="2026-09-08T19:20:58.975" v="4091" actId="14100"/>
          <ac:picMkLst>
            <pc:docMk/>
            <pc:sldMk cId="2915139093" sldId="272"/>
            <ac:picMk id="10" creationId="{C13A939A-F85A-451E-2900-2E9C8924B234}"/>
          </ac:picMkLst>
        </pc:picChg>
      </pc:sldChg>
      <pc:sldChg chg="modSp mod modNotesTx">
        <pc:chgData name="Karen Ivone White Acuna" userId="e9d7f09b-791a-4ea7-98fc-63b9c98093be" providerId="ADAL" clId="{0043EC44-6DE3-4B8A-B17C-AC4823F02082}" dt="2026-09-08T20:03:39.992" v="4688" actId="1076"/>
        <pc:sldMkLst>
          <pc:docMk/>
          <pc:sldMk cId="2541870905" sldId="275"/>
        </pc:sldMkLst>
        <pc:spChg chg="mod">
          <ac:chgData name="Karen Ivone White Acuna" userId="e9d7f09b-791a-4ea7-98fc-63b9c98093be" providerId="ADAL" clId="{0043EC44-6DE3-4B8A-B17C-AC4823F02082}" dt="2026-09-08T15:26:54.599" v="2682" actId="20577"/>
          <ac:spMkLst>
            <pc:docMk/>
            <pc:sldMk cId="2541870905" sldId="275"/>
            <ac:spMk id="11" creationId="{C0407D31-4B07-250B-3561-C0B862BEE6A0}"/>
          </ac:spMkLst>
        </pc:spChg>
        <pc:graphicFrameChg chg="mod modGraphic">
          <ac:chgData name="Karen Ivone White Acuna" userId="e9d7f09b-791a-4ea7-98fc-63b9c98093be" providerId="ADAL" clId="{0043EC44-6DE3-4B8A-B17C-AC4823F02082}" dt="2026-09-08T20:03:11.813" v="4682" actId="20577"/>
          <ac:graphicFrameMkLst>
            <pc:docMk/>
            <pc:sldMk cId="2541870905" sldId="275"/>
            <ac:graphicFrameMk id="8" creationId="{A134E1E2-0F8E-8852-A8AA-5061439ABB85}"/>
          </ac:graphicFrameMkLst>
        </pc:graphicFrameChg>
        <pc:picChg chg="mod modCrop">
          <ac:chgData name="Karen Ivone White Acuna" userId="e9d7f09b-791a-4ea7-98fc-63b9c98093be" providerId="ADAL" clId="{0043EC44-6DE3-4B8A-B17C-AC4823F02082}" dt="2026-09-08T20:03:39.992" v="4688" actId="1076"/>
          <ac:picMkLst>
            <pc:docMk/>
            <pc:sldMk cId="2541870905" sldId="275"/>
            <ac:picMk id="3" creationId="{A55EC99A-708D-1C8B-D7FB-20EE5D60A77B}"/>
          </ac:picMkLst>
        </pc:picChg>
      </pc:sldChg>
      <pc:sldChg chg="addSp delSp modSp add mod">
        <pc:chgData name="Karen Ivone White Acuna" userId="e9d7f09b-791a-4ea7-98fc-63b9c98093be" providerId="ADAL" clId="{0043EC44-6DE3-4B8A-B17C-AC4823F02082}" dt="2026-09-08T16:28:36.087" v="3213" actId="478"/>
        <pc:sldMkLst>
          <pc:docMk/>
          <pc:sldMk cId="4027110201" sldId="276"/>
        </pc:sldMkLst>
        <pc:spChg chg="mod">
          <ac:chgData name="Karen Ivone White Acuna" userId="e9d7f09b-791a-4ea7-98fc-63b9c98093be" providerId="ADAL" clId="{0043EC44-6DE3-4B8A-B17C-AC4823F02082}" dt="2026-09-08T16:27:53.707" v="3207" actId="14100"/>
          <ac:spMkLst>
            <pc:docMk/>
            <pc:sldMk cId="4027110201" sldId="276"/>
            <ac:spMk id="11" creationId="{7CDEA06A-04DA-699C-FE9A-03FD04C32711}"/>
          </ac:spMkLst>
        </pc:spChg>
        <pc:picChg chg="add mod modCrop">
          <ac:chgData name="Karen Ivone White Acuna" userId="e9d7f09b-791a-4ea7-98fc-63b9c98093be" providerId="ADAL" clId="{0043EC44-6DE3-4B8A-B17C-AC4823F02082}" dt="2026-09-08T16:28:15.980" v="3212" actId="1076"/>
          <ac:picMkLst>
            <pc:docMk/>
            <pc:sldMk cId="4027110201" sldId="276"/>
            <ac:picMk id="2" creationId="{DD244A8E-CB4B-C145-A88E-332EED89F45A}"/>
          </ac:picMkLst>
        </pc:picChg>
        <pc:picChg chg="mod">
          <ac:chgData name="Karen Ivone White Acuna" userId="e9d7f09b-791a-4ea7-98fc-63b9c98093be" providerId="ADAL" clId="{0043EC44-6DE3-4B8A-B17C-AC4823F02082}" dt="2026-09-08T16:27:43.662" v="3206" actId="14100"/>
          <ac:picMkLst>
            <pc:docMk/>
            <pc:sldMk cId="4027110201" sldId="276"/>
            <ac:picMk id="10" creationId="{DD22DFBE-ABE0-43C7-F46E-5D30B1E36CF5}"/>
          </ac:picMkLst>
        </pc:picChg>
      </pc:sldChg>
      <pc:sldChg chg="modSp mod">
        <pc:chgData name="Karen Ivone White Acuna" userId="e9d7f09b-791a-4ea7-98fc-63b9c98093be" providerId="ADAL" clId="{0043EC44-6DE3-4B8A-B17C-AC4823F02082}" dt="2026-09-11T15:00:12.993" v="4701" actId="20577"/>
        <pc:sldMkLst>
          <pc:docMk/>
          <pc:sldMk cId="806430556" sldId="277"/>
        </pc:sldMkLst>
        <pc:graphicFrameChg chg="modGraphic">
          <ac:chgData name="Karen Ivone White Acuna" userId="e9d7f09b-791a-4ea7-98fc-63b9c98093be" providerId="ADAL" clId="{0043EC44-6DE3-4B8A-B17C-AC4823F02082}" dt="2026-09-11T15:00:12.993" v="4701" actId="20577"/>
          <ac:graphicFrameMkLst>
            <pc:docMk/>
            <pc:sldMk cId="806430556" sldId="277"/>
            <ac:graphicFrameMk id="2" creationId="{AE8E520D-0844-07D3-C9BA-016D0FDB1F24}"/>
          </ac:graphicFrameMkLst>
        </pc:graphicFrameChg>
      </pc:sldChg>
    </pc:docChg>
  </pc:docChgLst>
  <pc:docChgLst>
    <pc:chgData name="Daniela Villanueva Piva" userId="3558b204-28d2-493e-bef9-8b7fcb677a45" providerId="ADAL" clId="{EB17D26A-D487-41A2-85F6-A5673B378BA0}"/>
    <pc:docChg chg="undo custSel addSld delSld modSld">
      <pc:chgData name="Daniela Villanueva Piva" userId="3558b204-28d2-493e-bef9-8b7fcb677a45" providerId="ADAL" clId="{EB17D26A-D487-41A2-85F6-A5673B378BA0}" dt="2026-09-08T17:39:22.095" v="172" actId="948"/>
      <pc:docMkLst>
        <pc:docMk/>
      </pc:docMkLst>
      <pc:sldChg chg="add del">
        <pc:chgData name="Daniela Villanueva Piva" userId="3558b204-28d2-493e-bef9-8b7fcb677a45" providerId="ADAL" clId="{EB17D26A-D487-41A2-85F6-A5673B378BA0}" dt="2026-09-08T15:41:08.045" v="82" actId="47"/>
        <pc:sldMkLst>
          <pc:docMk/>
          <pc:sldMk cId="3631974660" sldId="260"/>
        </pc:sldMkLst>
      </pc:sldChg>
      <pc:sldChg chg="addSp delSp modSp mod">
        <pc:chgData name="Daniela Villanueva Piva" userId="3558b204-28d2-493e-bef9-8b7fcb677a45" providerId="ADAL" clId="{EB17D26A-D487-41A2-85F6-A5673B378BA0}" dt="2026-09-08T17:28:16.873" v="166" actId="14100"/>
        <pc:sldMkLst>
          <pc:docMk/>
          <pc:sldMk cId="1336100125" sldId="261"/>
        </pc:sldMkLst>
        <pc:spChg chg="add mod">
          <ac:chgData name="Daniela Villanueva Piva" userId="3558b204-28d2-493e-bef9-8b7fcb677a45" providerId="ADAL" clId="{EB17D26A-D487-41A2-85F6-A5673B378BA0}" dt="2026-09-08T17:25:01.402" v="143" actId="207"/>
          <ac:spMkLst>
            <pc:docMk/>
            <pc:sldMk cId="1336100125" sldId="261"/>
            <ac:spMk id="5" creationId="{8634B469-9DF5-455E-1201-0E0EF0539EA8}"/>
          </ac:spMkLst>
        </pc:spChg>
        <pc:spChg chg="add mod ord">
          <ac:chgData name="Daniela Villanueva Piva" userId="3558b204-28d2-493e-bef9-8b7fcb677a45" providerId="ADAL" clId="{EB17D26A-D487-41A2-85F6-A5673B378BA0}" dt="2026-09-08T17:28:16.873" v="166" actId="14100"/>
          <ac:spMkLst>
            <pc:docMk/>
            <pc:sldMk cId="1336100125" sldId="261"/>
            <ac:spMk id="6" creationId="{0AFE0EFC-8576-E3F8-66FE-3E403F18C11C}"/>
          </ac:spMkLst>
        </pc:spChg>
        <pc:picChg chg="add mod">
          <ac:chgData name="Daniela Villanueva Piva" userId="3558b204-28d2-493e-bef9-8b7fcb677a45" providerId="ADAL" clId="{EB17D26A-D487-41A2-85F6-A5673B378BA0}" dt="2026-09-08T17:24:25.100" v="138" actId="14100"/>
          <ac:picMkLst>
            <pc:docMk/>
            <pc:sldMk cId="1336100125" sldId="261"/>
            <ac:picMk id="3" creationId="{C14D4184-0E2A-C7E7-AB0B-E9509AA12F98}"/>
          </ac:picMkLst>
        </pc:picChg>
        <pc:picChg chg="mod ord">
          <ac:chgData name="Daniela Villanueva Piva" userId="3558b204-28d2-493e-bef9-8b7fcb677a45" providerId="ADAL" clId="{EB17D26A-D487-41A2-85F6-A5673B378BA0}" dt="2026-09-08T17:27:27.665" v="155" actId="1076"/>
          <ac:picMkLst>
            <pc:docMk/>
            <pc:sldMk cId="1336100125" sldId="261"/>
            <ac:picMk id="9" creationId="{2DF3B01E-BCC8-261D-39B6-88AD489B1BEB}"/>
          </ac:picMkLst>
        </pc:picChg>
      </pc:sldChg>
      <pc:sldChg chg="addSp delSp modSp mod">
        <pc:chgData name="Daniela Villanueva Piva" userId="3558b204-28d2-493e-bef9-8b7fcb677a45" providerId="ADAL" clId="{EB17D26A-D487-41A2-85F6-A5673B378BA0}" dt="2026-09-08T17:17:15.977" v="117" actId="478"/>
        <pc:sldMkLst>
          <pc:docMk/>
          <pc:sldMk cId="1431118438" sldId="267"/>
        </pc:sldMkLst>
        <pc:graphicFrameChg chg="modGraphic">
          <ac:chgData name="Daniela Villanueva Piva" userId="3558b204-28d2-493e-bef9-8b7fcb677a45" providerId="ADAL" clId="{EB17D26A-D487-41A2-85F6-A5673B378BA0}" dt="2026-09-07T17:44:49.585" v="4" actId="20577"/>
          <ac:graphicFrameMkLst>
            <pc:docMk/>
            <pc:sldMk cId="1431118438" sldId="267"/>
            <ac:graphicFrameMk id="2" creationId="{7044EB0E-832A-06B3-E488-7D4D559A75B6}"/>
          </ac:graphicFrameMkLst>
        </pc:graphicFrameChg>
      </pc:sldChg>
      <pc:sldChg chg="modSp mod">
        <pc:chgData name="Daniela Villanueva Piva" userId="3558b204-28d2-493e-bef9-8b7fcb677a45" providerId="ADAL" clId="{EB17D26A-D487-41A2-85F6-A5673B378BA0}" dt="2026-09-08T17:39:22.095" v="172" actId="948"/>
        <pc:sldMkLst>
          <pc:docMk/>
          <pc:sldMk cId="4188770459" sldId="271"/>
        </pc:sldMkLst>
        <pc:spChg chg="mod">
          <ac:chgData name="Daniela Villanueva Piva" userId="3558b204-28d2-493e-bef9-8b7fcb677a45" providerId="ADAL" clId="{EB17D26A-D487-41A2-85F6-A5673B378BA0}" dt="2026-09-08T17:39:22.095" v="172" actId="948"/>
          <ac:spMkLst>
            <pc:docMk/>
            <pc:sldMk cId="4188770459" sldId="271"/>
            <ac:spMk id="5" creationId="{489EE2A5-8BB2-C4B5-6F47-B87D7980FB5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8229A-1BD0-4911-B008-06FD5AB4F1CF}" type="datetimeFigureOut">
              <a:rPr lang="es-CR" smtClean="0"/>
              <a:t>11/9/2026</a:t>
            </a:fld>
            <a:endParaRPr lang="es-C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DDF32-8A6A-4258-B7B6-959BE204E23D}" type="slidenum">
              <a:rPr lang="es-CR" smtClean="0"/>
              <a:t>‹#›</a:t>
            </a:fld>
            <a:endParaRPr lang="es-CR"/>
          </a:p>
        </p:txBody>
      </p:sp>
    </p:spTree>
    <p:extLst>
      <p:ext uri="{BB962C8B-B14F-4D97-AF65-F5344CB8AC3E}">
        <p14:creationId xmlns:p14="http://schemas.microsoft.com/office/powerpoint/2010/main" val="1849938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Yola</a:t>
            </a:r>
            <a:endParaRPr lang="es-CR"/>
          </a:p>
        </p:txBody>
      </p:sp>
      <p:sp>
        <p:nvSpPr>
          <p:cNvPr id="4" name="Marcador de número de diapositiva 3"/>
          <p:cNvSpPr>
            <a:spLocks noGrp="1"/>
          </p:cNvSpPr>
          <p:nvPr>
            <p:ph type="sldNum" sz="quarter" idx="5"/>
          </p:nvPr>
        </p:nvSpPr>
        <p:spPr/>
        <p:txBody>
          <a:bodyPr/>
          <a:lstStyle/>
          <a:p>
            <a:fld id="{587DDF32-8A6A-4258-B7B6-959BE204E23D}" type="slidenum">
              <a:rPr lang="es-CR" smtClean="0"/>
              <a:t>7</a:t>
            </a:fld>
            <a:endParaRPr lang="es-CR"/>
          </a:p>
        </p:txBody>
      </p:sp>
    </p:spTree>
    <p:extLst>
      <p:ext uri="{BB962C8B-B14F-4D97-AF65-F5344CB8AC3E}">
        <p14:creationId xmlns:p14="http://schemas.microsoft.com/office/powerpoint/2010/main" val="394252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R"/>
              <a:t>Para el diagnóstico considerar los saberes del módulo 1 según la guía y agregar los del nivel anterior que sean progresivos para el nivel actual</a:t>
            </a:r>
          </a:p>
        </p:txBody>
      </p:sp>
      <p:sp>
        <p:nvSpPr>
          <p:cNvPr id="4" name="Marcador de número de diapositiva 3"/>
          <p:cNvSpPr>
            <a:spLocks noGrp="1"/>
          </p:cNvSpPr>
          <p:nvPr>
            <p:ph type="sldNum" sz="quarter" idx="5"/>
          </p:nvPr>
        </p:nvSpPr>
        <p:spPr/>
        <p:txBody>
          <a:bodyPr/>
          <a:lstStyle/>
          <a:p>
            <a:fld id="{587DDF32-8A6A-4258-B7B6-959BE204E23D}" type="slidenum">
              <a:rPr lang="es-CR" smtClean="0"/>
              <a:t>8</a:t>
            </a:fld>
            <a:endParaRPr lang="es-CR"/>
          </a:p>
        </p:txBody>
      </p:sp>
    </p:spTree>
    <p:extLst>
      <p:ext uri="{BB962C8B-B14F-4D97-AF65-F5344CB8AC3E}">
        <p14:creationId xmlns:p14="http://schemas.microsoft.com/office/powerpoint/2010/main" val="2926802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A4E7A-E13B-2D6D-009F-2B5A13B46E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E4402E-2735-8E5E-45A8-3876E3ACED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9E2C9F9-4CFB-7EF3-FEF9-4E1B8B5F4626}"/>
              </a:ext>
            </a:extLst>
          </p:cNvPr>
          <p:cNvSpPr>
            <a:spLocks noGrp="1"/>
          </p:cNvSpPr>
          <p:nvPr>
            <p:ph type="body" idx="1"/>
          </p:nvPr>
        </p:nvSpPr>
        <p:spPr/>
        <p:txBody>
          <a:bodyPr/>
          <a:lstStyle/>
          <a:p>
            <a:r>
              <a:rPr lang="es-CR"/>
              <a:t>Para Preescolar, en caso de mezclar saberes de 2 niveles,  remitir consulta al equipo.</a:t>
            </a:r>
            <a:br>
              <a:rPr lang="es-CR"/>
            </a:br>
            <a:r>
              <a:rPr lang="es-CR"/>
              <a:t>Para el caso del arrastre de saberes al II Período, el docente debe tener presente los tiempos reales de trabajo y así realizar los ajustes en su proyección MONITOREO del AVANCE</a:t>
            </a:r>
          </a:p>
        </p:txBody>
      </p:sp>
      <p:sp>
        <p:nvSpPr>
          <p:cNvPr id="4" name="Marcador de número de diapositiva 3">
            <a:extLst>
              <a:ext uri="{FF2B5EF4-FFF2-40B4-BE49-F238E27FC236}">
                <a16:creationId xmlns:a16="http://schemas.microsoft.com/office/drawing/2014/main" id="{A6032715-E39F-7FA1-AB7B-186A4D556039}"/>
              </a:ext>
            </a:extLst>
          </p:cNvPr>
          <p:cNvSpPr>
            <a:spLocks noGrp="1"/>
          </p:cNvSpPr>
          <p:nvPr>
            <p:ph type="sldNum" sz="quarter" idx="5"/>
          </p:nvPr>
        </p:nvSpPr>
        <p:spPr/>
        <p:txBody>
          <a:bodyPr/>
          <a:lstStyle/>
          <a:p>
            <a:fld id="{587DDF32-8A6A-4258-B7B6-959BE204E23D}" type="slidenum">
              <a:rPr lang="es-CR" smtClean="0"/>
              <a:t>9</a:t>
            </a:fld>
            <a:endParaRPr lang="es-CR"/>
          </a:p>
        </p:txBody>
      </p:sp>
    </p:spTree>
    <p:extLst>
      <p:ext uri="{BB962C8B-B14F-4D97-AF65-F5344CB8AC3E}">
        <p14:creationId xmlns:p14="http://schemas.microsoft.com/office/powerpoint/2010/main" val="674193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2AC9-B5A6-B8C8-6DDE-1B02D275BD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1A79C7-EED8-A5E8-6E6F-82EE46E201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680CE3-8D1C-C962-1A56-AA96A83B1A5E}"/>
              </a:ext>
            </a:extLst>
          </p:cNvPr>
          <p:cNvSpPr>
            <a:spLocks noGrp="1"/>
          </p:cNvSpPr>
          <p:nvPr>
            <p:ph type="body" idx="1"/>
          </p:nvPr>
        </p:nvSpPr>
        <p:spPr/>
        <p:txBody>
          <a:bodyPr/>
          <a:lstStyle/>
          <a:p>
            <a:r>
              <a:rPr lang="es-CR"/>
              <a:t>Consenso grupal para las preguntas:</a:t>
            </a:r>
          </a:p>
          <a:p>
            <a:r>
              <a:rPr lang="es-CR"/>
              <a:t>1. En Primaria se pueden mezclar metodologías?</a:t>
            </a:r>
            <a:br>
              <a:rPr lang="es-CR"/>
            </a:br>
            <a:r>
              <a:rPr lang="es-CR"/>
              <a:t>2. En Secundaria cuál metodología aplicar en el resto de la clase, cuando no se trabaja con el proyecto?</a:t>
            </a:r>
          </a:p>
        </p:txBody>
      </p:sp>
      <p:sp>
        <p:nvSpPr>
          <p:cNvPr id="4" name="Marcador de número de diapositiva 3">
            <a:extLst>
              <a:ext uri="{FF2B5EF4-FFF2-40B4-BE49-F238E27FC236}">
                <a16:creationId xmlns:a16="http://schemas.microsoft.com/office/drawing/2014/main" id="{62A0392B-5CF5-3080-7495-A21A8113DD42}"/>
              </a:ext>
            </a:extLst>
          </p:cNvPr>
          <p:cNvSpPr>
            <a:spLocks noGrp="1"/>
          </p:cNvSpPr>
          <p:nvPr>
            <p:ph type="sldNum" sz="quarter" idx="5"/>
          </p:nvPr>
        </p:nvSpPr>
        <p:spPr/>
        <p:txBody>
          <a:bodyPr/>
          <a:lstStyle/>
          <a:p>
            <a:fld id="{587DDF32-8A6A-4258-B7B6-959BE204E23D}" type="slidenum">
              <a:rPr lang="es-CR" smtClean="0"/>
              <a:t>10</a:t>
            </a:fld>
            <a:endParaRPr lang="es-CR"/>
          </a:p>
        </p:txBody>
      </p:sp>
    </p:spTree>
    <p:extLst>
      <p:ext uri="{BB962C8B-B14F-4D97-AF65-F5344CB8AC3E}">
        <p14:creationId xmlns:p14="http://schemas.microsoft.com/office/powerpoint/2010/main" val="258437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Yola hasta aquí</a:t>
            </a:r>
            <a:endParaRPr lang="es-CR"/>
          </a:p>
        </p:txBody>
      </p:sp>
      <p:sp>
        <p:nvSpPr>
          <p:cNvPr id="4" name="Marcador de número de diapositiva 3"/>
          <p:cNvSpPr>
            <a:spLocks noGrp="1"/>
          </p:cNvSpPr>
          <p:nvPr>
            <p:ph type="sldNum" sz="quarter" idx="5"/>
          </p:nvPr>
        </p:nvSpPr>
        <p:spPr/>
        <p:txBody>
          <a:bodyPr/>
          <a:lstStyle/>
          <a:p>
            <a:fld id="{587DDF32-8A6A-4258-B7B6-959BE204E23D}" type="slidenum">
              <a:rPr lang="es-CR" smtClean="0"/>
              <a:t>11</a:t>
            </a:fld>
            <a:endParaRPr lang="es-CR"/>
          </a:p>
        </p:txBody>
      </p:sp>
    </p:spTree>
    <p:extLst>
      <p:ext uri="{BB962C8B-B14F-4D97-AF65-F5344CB8AC3E}">
        <p14:creationId xmlns:p14="http://schemas.microsoft.com/office/powerpoint/2010/main" val="3014762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a:p>
        </p:txBody>
      </p:sp>
      <p:sp>
        <p:nvSpPr>
          <p:cNvPr id="4" name="Marcador de número de diapositiva 3"/>
          <p:cNvSpPr>
            <a:spLocks noGrp="1"/>
          </p:cNvSpPr>
          <p:nvPr>
            <p:ph type="sldNum" sz="quarter" idx="5"/>
          </p:nvPr>
        </p:nvSpPr>
        <p:spPr/>
        <p:txBody>
          <a:bodyPr/>
          <a:lstStyle/>
          <a:p>
            <a:fld id="{587DDF32-8A6A-4258-B7B6-959BE204E23D}" type="slidenum">
              <a:rPr lang="es-CR" smtClean="0"/>
              <a:t>14</a:t>
            </a:fld>
            <a:endParaRPr lang="es-CR"/>
          </a:p>
        </p:txBody>
      </p:sp>
    </p:spTree>
    <p:extLst>
      <p:ext uri="{BB962C8B-B14F-4D97-AF65-F5344CB8AC3E}">
        <p14:creationId xmlns:p14="http://schemas.microsoft.com/office/powerpoint/2010/main" val="18578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F362DC-930A-4785-FC1B-0BDD052E1D0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R"/>
          </a:p>
        </p:txBody>
      </p:sp>
      <p:sp>
        <p:nvSpPr>
          <p:cNvPr id="3" name="Subtítulo 2">
            <a:extLst>
              <a:ext uri="{FF2B5EF4-FFF2-40B4-BE49-F238E27FC236}">
                <a16:creationId xmlns:a16="http://schemas.microsoft.com/office/drawing/2014/main" id="{8207F46F-2CD7-FF1F-1B65-88A8F5DE50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R"/>
          </a:p>
        </p:txBody>
      </p:sp>
      <p:sp>
        <p:nvSpPr>
          <p:cNvPr id="4" name="Marcador de fecha 3">
            <a:extLst>
              <a:ext uri="{FF2B5EF4-FFF2-40B4-BE49-F238E27FC236}">
                <a16:creationId xmlns:a16="http://schemas.microsoft.com/office/drawing/2014/main" id="{90E46CE3-1C09-32AF-B5CA-81955D4DF362}"/>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9CC67726-8D55-630A-86D0-61339A7F7A85}"/>
              </a:ext>
            </a:extLst>
          </p:cNvPr>
          <p:cNvSpPr>
            <a:spLocks noGrp="1"/>
          </p:cNvSpPr>
          <p:nvPr>
            <p:ph type="ftr" sz="quarter" idx="11"/>
          </p:nvPr>
        </p:nvSpPr>
        <p:spPr/>
        <p:txBody>
          <a:bodyPr/>
          <a:lstStyle/>
          <a:p>
            <a:endParaRPr lang="es-CR"/>
          </a:p>
        </p:txBody>
      </p:sp>
      <p:sp>
        <p:nvSpPr>
          <p:cNvPr id="6" name="Marcador de número de diapositiva 5">
            <a:extLst>
              <a:ext uri="{FF2B5EF4-FFF2-40B4-BE49-F238E27FC236}">
                <a16:creationId xmlns:a16="http://schemas.microsoft.com/office/drawing/2014/main" id="{669A2B07-31EA-E516-4F68-4033E6A075D6}"/>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2694104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F4369C-FB6B-9804-6643-5264BE6FD788}"/>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5F1AC909-31D4-4A9B-3B08-F05D8B446C9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558BE2DD-1679-C9C6-B038-F8B060DB33F0}"/>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02E4D6A0-43C1-3046-9DA8-AF3FD34F15A5}"/>
              </a:ext>
            </a:extLst>
          </p:cNvPr>
          <p:cNvSpPr>
            <a:spLocks noGrp="1"/>
          </p:cNvSpPr>
          <p:nvPr>
            <p:ph type="ftr" sz="quarter" idx="11"/>
          </p:nvPr>
        </p:nvSpPr>
        <p:spPr/>
        <p:txBody>
          <a:bodyPr/>
          <a:lstStyle/>
          <a:p>
            <a:endParaRPr lang="es-CR"/>
          </a:p>
        </p:txBody>
      </p:sp>
      <p:sp>
        <p:nvSpPr>
          <p:cNvPr id="6" name="Marcador de número de diapositiva 5">
            <a:extLst>
              <a:ext uri="{FF2B5EF4-FFF2-40B4-BE49-F238E27FC236}">
                <a16:creationId xmlns:a16="http://schemas.microsoft.com/office/drawing/2014/main" id="{7903E4C6-3CDD-6852-FB61-44A78F44B8BB}"/>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336125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ECE4DD-3A0A-45E3-3CBA-1441692E165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730FA64C-DDC7-C5B5-71CD-CAA90966E4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5166A1B-F592-0AA7-BA1D-588796201722}"/>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91C5D76F-B7B1-39D2-510F-CD3BA9BFE8AF}"/>
              </a:ext>
            </a:extLst>
          </p:cNvPr>
          <p:cNvSpPr>
            <a:spLocks noGrp="1"/>
          </p:cNvSpPr>
          <p:nvPr>
            <p:ph type="ftr" sz="quarter" idx="11"/>
          </p:nvPr>
        </p:nvSpPr>
        <p:spPr/>
        <p:txBody>
          <a:bodyPr/>
          <a:lstStyle/>
          <a:p>
            <a:endParaRPr lang="es-CR"/>
          </a:p>
        </p:txBody>
      </p:sp>
      <p:sp>
        <p:nvSpPr>
          <p:cNvPr id="6" name="Marcador de número de diapositiva 5">
            <a:extLst>
              <a:ext uri="{FF2B5EF4-FFF2-40B4-BE49-F238E27FC236}">
                <a16:creationId xmlns:a16="http://schemas.microsoft.com/office/drawing/2014/main" id="{58B74F43-22F3-402B-920F-FCF21FED6F57}"/>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841707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2655E-FCA7-C415-0CDE-1B6712C45302}"/>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43E9C5F6-242D-86E5-AB89-FA05FBD58E6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contenido 3">
            <a:extLst>
              <a:ext uri="{FF2B5EF4-FFF2-40B4-BE49-F238E27FC236}">
                <a16:creationId xmlns:a16="http://schemas.microsoft.com/office/drawing/2014/main" id="{31128587-A609-EB09-452F-7C4A8D38647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5" name="Marcador de fecha 4">
            <a:extLst>
              <a:ext uri="{FF2B5EF4-FFF2-40B4-BE49-F238E27FC236}">
                <a16:creationId xmlns:a16="http://schemas.microsoft.com/office/drawing/2014/main" id="{C865ECA8-5C0E-EC74-9FD2-4CB4C1A5BC5A}"/>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6" name="Marcador de pie de página 5">
            <a:extLst>
              <a:ext uri="{FF2B5EF4-FFF2-40B4-BE49-F238E27FC236}">
                <a16:creationId xmlns:a16="http://schemas.microsoft.com/office/drawing/2014/main" id="{1DFB1651-1C3F-D6ED-5405-36EE20C1EBED}"/>
              </a:ext>
            </a:extLst>
          </p:cNvPr>
          <p:cNvSpPr>
            <a:spLocks noGrp="1"/>
          </p:cNvSpPr>
          <p:nvPr>
            <p:ph type="ftr" sz="quarter" idx="11"/>
          </p:nvPr>
        </p:nvSpPr>
        <p:spPr/>
        <p:txBody>
          <a:bodyPr/>
          <a:lstStyle/>
          <a:p>
            <a:endParaRPr lang="es-CR"/>
          </a:p>
        </p:txBody>
      </p:sp>
      <p:sp>
        <p:nvSpPr>
          <p:cNvPr id="7" name="Marcador de número de diapositiva 6">
            <a:extLst>
              <a:ext uri="{FF2B5EF4-FFF2-40B4-BE49-F238E27FC236}">
                <a16:creationId xmlns:a16="http://schemas.microsoft.com/office/drawing/2014/main" id="{5E0F0FCF-57D3-2A72-1B4D-FFC518C9F8EB}"/>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2651311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28BE59-C2CD-E5C0-34AD-8B8010AC669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E696A759-D42E-AFB2-0AED-4E14199E4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77E69D7-DE1D-A6DB-7787-646130168F1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5" name="Marcador de texto 4">
            <a:extLst>
              <a:ext uri="{FF2B5EF4-FFF2-40B4-BE49-F238E27FC236}">
                <a16:creationId xmlns:a16="http://schemas.microsoft.com/office/drawing/2014/main" id="{A9F5F605-8C8D-E890-33F9-81DE23593F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663F8FC-5403-75BD-556F-6D7564E3E6B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7" name="Marcador de fecha 6">
            <a:extLst>
              <a:ext uri="{FF2B5EF4-FFF2-40B4-BE49-F238E27FC236}">
                <a16:creationId xmlns:a16="http://schemas.microsoft.com/office/drawing/2014/main" id="{99D9DDAB-73FB-D589-BB7E-0BAA4D777D48}"/>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8" name="Marcador de pie de página 7">
            <a:extLst>
              <a:ext uri="{FF2B5EF4-FFF2-40B4-BE49-F238E27FC236}">
                <a16:creationId xmlns:a16="http://schemas.microsoft.com/office/drawing/2014/main" id="{C258D7F9-115D-E872-1C4D-8A4A616EBA87}"/>
              </a:ext>
            </a:extLst>
          </p:cNvPr>
          <p:cNvSpPr>
            <a:spLocks noGrp="1"/>
          </p:cNvSpPr>
          <p:nvPr>
            <p:ph type="ftr" sz="quarter" idx="11"/>
          </p:nvPr>
        </p:nvSpPr>
        <p:spPr/>
        <p:txBody>
          <a:bodyPr/>
          <a:lstStyle/>
          <a:p>
            <a:endParaRPr lang="es-CR"/>
          </a:p>
        </p:txBody>
      </p:sp>
      <p:sp>
        <p:nvSpPr>
          <p:cNvPr id="9" name="Marcador de número de diapositiva 8">
            <a:extLst>
              <a:ext uri="{FF2B5EF4-FFF2-40B4-BE49-F238E27FC236}">
                <a16:creationId xmlns:a16="http://schemas.microsoft.com/office/drawing/2014/main" id="{0FF709FD-8088-3B56-7653-6E40ED18E4CA}"/>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114109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98131-DBC3-26BE-BA7A-9B694561C372}"/>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fecha 2">
            <a:extLst>
              <a:ext uri="{FF2B5EF4-FFF2-40B4-BE49-F238E27FC236}">
                <a16:creationId xmlns:a16="http://schemas.microsoft.com/office/drawing/2014/main" id="{9540F26B-9000-D09E-5789-187E3A6E02AA}"/>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4" name="Marcador de pie de página 3">
            <a:extLst>
              <a:ext uri="{FF2B5EF4-FFF2-40B4-BE49-F238E27FC236}">
                <a16:creationId xmlns:a16="http://schemas.microsoft.com/office/drawing/2014/main" id="{36B16226-D7B5-A415-7523-54B7F3BA0645}"/>
              </a:ext>
            </a:extLst>
          </p:cNvPr>
          <p:cNvSpPr>
            <a:spLocks noGrp="1"/>
          </p:cNvSpPr>
          <p:nvPr>
            <p:ph type="ftr" sz="quarter" idx="11"/>
          </p:nvPr>
        </p:nvSpPr>
        <p:spPr/>
        <p:txBody>
          <a:bodyPr/>
          <a:lstStyle/>
          <a:p>
            <a:endParaRPr lang="es-CR"/>
          </a:p>
        </p:txBody>
      </p:sp>
      <p:sp>
        <p:nvSpPr>
          <p:cNvPr id="5" name="Marcador de número de diapositiva 4">
            <a:extLst>
              <a:ext uri="{FF2B5EF4-FFF2-40B4-BE49-F238E27FC236}">
                <a16:creationId xmlns:a16="http://schemas.microsoft.com/office/drawing/2014/main" id="{7553ED48-36F8-303B-D05F-F8D6AB495971}"/>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3586459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36A4C8-3B89-4F04-4E41-E2AE1952F9EE}"/>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3" name="Marcador de pie de página 2">
            <a:extLst>
              <a:ext uri="{FF2B5EF4-FFF2-40B4-BE49-F238E27FC236}">
                <a16:creationId xmlns:a16="http://schemas.microsoft.com/office/drawing/2014/main" id="{BBF70503-2418-5412-8B27-0FB0178E4750}"/>
              </a:ext>
            </a:extLst>
          </p:cNvPr>
          <p:cNvSpPr>
            <a:spLocks noGrp="1"/>
          </p:cNvSpPr>
          <p:nvPr>
            <p:ph type="ftr" sz="quarter" idx="11"/>
          </p:nvPr>
        </p:nvSpPr>
        <p:spPr/>
        <p:txBody>
          <a:bodyPr/>
          <a:lstStyle/>
          <a:p>
            <a:endParaRPr lang="es-CR"/>
          </a:p>
        </p:txBody>
      </p:sp>
      <p:sp>
        <p:nvSpPr>
          <p:cNvPr id="4" name="Marcador de número de diapositiva 3">
            <a:extLst>
              <a:ext uri="{FF2B5EF4-FFF2-40B4-BE49-F238E27FC236}">
                <a16:creationId xmlns:a16="http://schemas.microsoft.com/office/drawing/2014/main" id="{5442AECF-2DB7-B64B-D5EA-B07628DA6C0C}"/>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1861405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06071-7DE8-2570-163E-5B3797F6AEB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778FCE73-CFFC-5803-0B55-213F4E91D9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texto 3">
            <a:extLst>
              <a:ext uri="{FF2B5EF4-FFF2-40B4-BE49-F238E27FC236}">
                <a16:creationId xmlns:a16="http://schemas.microsoft.com/office/drawing/2014/main" id="{07286211-068B-8603-BA4C-7A1F9E9BBF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AD9238-75DC-89A3-5F63-BC15E524A9A4}"/>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6" name="Marcador de pie de página 5">
            <a:extLst>
              <a:ext uri="{FF2B5EF4-FFF2-40B4-BE49-F238E27FC236}">
                <a16:creationId xmlns:a16="http://schemas.microsoft.com/office/drawing/2014/main" id="{FCB984B4-4ACF-4A67-CCEA-13AAA36C6068}"/>
              </a:ext>
            </a:extLst>
          </p:cNvPr>
          <p:cNvSpPr>
            <a:spLocks noGrp="1"/>
          </p:cNvSpPr>
          <p:nvPr>
            <p:ph type="ftr" sz="quarter" idx="11"/>
          </p:nvPr>
        </p:nvSpPr>
        <p:spPr/>
        <p:txBody>
          <a:bodyPr/>
          <a:lstStyle/>
          <a:p>
            <a:endParaRPr lang="es-CR"/>
          </a:p>
        </p:txBody>
      </p:sp>
      <p:sp>
        <p:nvSpPr>
          <p:cNvPr id="7" name="Marcador de número de diapositiva 6">
            <a:extLst>
              <a:ext uri="{FF2B5EF4-FFF2-40B4-BE49-F238E27FC236}">
                <a16:creationId xmlns:a16="http://schemas.microsoft.com/office/drawing/2014/main" id="{F9974B01-2ED2-5991-1176-4F38C6A56C04}"/>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1720666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21E662-85BB-085C-8F23-1E8F1ECCC1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R"/>
          </a:p>
        </p:txBody>
      </p:sp>
      <p:sp>
        <p:nvSpPr>
          <p:cNvPr id="3" name="Marcador de posición de imagen 2">
            <a:extLst>
              <a:ext uri="{FF2B5EF4-FFF2-40B4-BE49-F238E27FC236}">
                <a16:creationId xmlns:a16="http://schemas.microsoft.com/office/drawing/2014/main" id="{54AF1C69-2293-1FDF-48D1-8B15303EB5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Marcador de texto 3">
            <a:extLst>
              <a:ext uri="{FF2B5EF4-FFF2-40B4-BE49-F238E27FC236}">
                <a16:creationId xmlns:a16="http://schemas.microsoft.com/office/drawing/2014/main" id="{967744D1-E78E-4541-FC3E-10B43CFEF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9C5ECA-37EE-B5F9-3919-431FA74D6BFB}"/>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6" name="Marcador de pie de página 5">
            <a:extLst>
              <a:ext uri="{FF2B5EF4-FFF2-40B4-BE49-F238E27FC236}">
                <a16:creationId xmlns:a16="http://schemas.microsoft.com/office/drawing/2014/main" id="{9526EAD5-59C1-719B-CCA9-0016F0CAA705}"/>
              </a:ext>
            </a:extLst>
          </p:cNvPr>
          <p:cNvSpPr>
            <a:spLocks noGrp="1"/>
          </p:cNvSpPr>
          <p:nvPr>
            <p:ph type="ftr" sz="quarter" idx="11"/>
          </p:nvPr>
        </p:nvSpPr>
        <p:spPr/>
        <p:txBody>
          <a:bodyPr/>
          <a:lstStyle/>
          <a:p>
            <a:endParaRPr lang="es-CR"/>
          </a:p>
        </p:txBody>
      </p:sp>
      <p:sp>
        <p:nvSpPr>
          <p:cNvPr id="7" name="Marcador de número de diapositiva 6">
            <a:extLst>
              <a:ext uri="{FF2B5EF4-FFF2-40B4-BE49-F238E27FC236}">
                <a16:creationId xmlns:a16="http://schemas.microsoft.com/office/drawing/2014/main" id="{E54A8D17-D7F3-03F4-FDDF-01D27D8E1D41}"/>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354660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276C88-A4BB-E983-1EC2-47D2910C1D08}"/>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AB650C79-CD69-6971-859E-6377C3F1463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448448AC-7254-4D60-F35F-476E53F68BDA}"/>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8323D8DF-EB54-2104-9AD8-0D569EF1577C}"/>
              </a:ext>
            </a:extLst>
          </p:cNvPr>
          <p:cNvSpPr>
            <a:spLocks noGrp="1"/>
          </p:cNvSpPr>
          <p:nvPr>
            <p:ph type="ftr" sz="quarter" idx="11"/>
          </p:nvPr>
        </p:nvSpPr>
        <p:spPr/>
        <p:txBody>
          <a:bodyPr/>
          <a:lstStyle/>
          <a:p>
            <a:endParaRPr lang="es-CR"/>
          </a:p>
        </p:txBody>
      </p:sp>
      <p:sp>
        <p:nvSpPr>
          <p:cNvPr id="6" name="Marcador de número de diapositiva 5">
            <a:extLst>
              <a:ext uri="{FF2B5EF4-FFF2-40B4-BE49-F238E27FC236}">
                <a16:creationId xmlns:a16="http://schemas.microsoft.com/office/drawing/2014/main" id="{2E973A9F-42AE-4727-A067-1697BD8A4D72}"/>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3882131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5BB6E60-FDCC-B9B4-9AA1-7ED3DD3B032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8D721A32-043F-FF08-92D8-E78928959AD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E55AE1F6-6A02-4C32-0DB3-BC5E763CD3EC}"/>
              </a:ext>
            </a:extLst>
          </p:cNvPr>
          <p:cNvSpPr>
            <a:spLocks noGrp="1"/>
          </p:cNvSpPr>
          <p:nvPr>
            <p:ph type="dt" sz="half" idx="10"/>
          </p:nvPr>
        </p:nvSpPr>
        <p:spPr/>
        <p:txBody>
          <a:body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05764174-0915-9A0D-B891-3133C45C5235}"/>
              </a:ext>
            </a:extLst>
          </p:cNvPr>
          <p:cNvSpPr>
            <a:spLocks noGrp="1"/>
          </p:cNvSpPr>
          <p:nvPr>
            <p:ph type="ftr" sz="quarter" idx="11"/>
          </p:nvPr>
        </p:nvSpPr>
        <p:spPr/>
        <p:txBody>
          <a:bodyPr/>
          <a:lstStyle/>
          <a:p>
            <a:endParaRPr lang="es-CR"/>
          </a:p>
        </p:txBody>
      </p:sp>
      <p:sp>
        <p:nvSpPr>
          <p:cNvPr id="6" name="Marcador de número de diapositiva 5">
            <a:extLst>
              <a:ext uri="{FF2B5EF4-FFF2-40B4-BE49-F238E27FC236}">
                <a16:creationId xmlns:a16="http://schemas.microsoft.com/office/drawing/2014/main" id="{287A1D49-87CE-6F6A-AA03-B7017FF09E1D}"/>
              </a:ext>
            </a:extLst>
          </p:cNvPr>
          <p:cNvSpPr>
            <a:spLocks noGrp="1"/>
          </p:cNvSpPr>
          <p:nvPr>
            <p:ph type="sldNum" sz="quarter" idx="12"/>
          </p:nvPr>
        </p:nvSpPr>
        <p:spPr/>
        <p:txBody>
          <a:bodyPr/>
          <a:lstStyle/>
          <a:p>
            <a:fld id="{4B760CA9-101E-4200-89D1-C05BB9A3C81C}" type="slidenum">
              <a:rPr lang="es-CR" smtClean="0"/>
              <a:t>‹#›</a:t>
            </a:fld>
            <a:endParaRPr lang="es-CR"/>
          </a:p>
        </p:txBody>
      </p:sp>
    </p:spTree>
    <p:extLst>
      <p:ext uri="{BB962C8B-B14F-4D97-AF65-F5344CB8AC3E}">
        <p14:creationId xmlns:p14="http://schemas.microsoft.com/office/powerpoint/2010/main" val="167513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88F75D8-068D-FD1C-F4F7-51F3E04D4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DD6A5855-CB2E-47B1-E029-93544E523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A9A3E60E-10E1-2600-D552-E553206A82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8F8870-CDFB-4F6F-8C70-4ED9C36B7014}" type="datetimeFigureOut">
              <a:rPr lang="es-CR" smtClean="0"/>
              <a:t>11/9/2026</a:t>
            </a:fld>
            <a:endParaRPr lang="es-CR"/>
          </a:p>
        </p:txBody>
      </p:sp>
      <p:sp>
        <p:nvSpPr>
          <p:cNvPr id="5" name="Marcador de pie de página 4">
            <a:extLst>
              <a:ext uri="{FF2B5EF4-FFF2-40B4-BE49-F238E27FC236}">
                <a16:creationId xmlns:a16="http://schemas.microsoft.com/office/drawing/2014/main" id="{C03E50A9-701D-00DB-82CF-9159259418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R"/>
          </a:p>
        </p:txBody>
      </p:sp>
      <p:sp>
        <p:nvSpPr>
          <p:cNvPr id="6" name="Marcador de número de diapositiva 5">
            <a:extLst>
              <a:ext uri="{FF2B5EF4-FFF2-40B4-BE49-F238E27FC236}">
                <a16:creationId xmlns:a16="http://schemas.microsoft.com/office/drawing/2014/main" id="{A8880F96-D305-94F9-FC15-B58BEF2323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760CA9-101E-4200-89D1-C05BB9A3C81C}" type="slidenum">
              <a:rPr lang="es-CR" smtClean="0"/>
              <a:t>‹#›</a:t>
            </a:fld>
            <a:endParaRPr lang="es-CR"/>
          </a:p>
        </p:txBody>
      </p:sp>
    </p:spTree>
    <p:extLst>
      <p:ext uri="{BB962C8B-B14F-4D97-AF65-F5344CB8AC3E}">
        <p14:creationId xmlns:p14="http://schemas.microsoft.com/office/powerpoint/2010/main" val="362830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EAC0B26B-6857-920C-4FD0-ECC051085F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204700" cy="6858000"/>
          </a:xfrm>
          <a:prstGeom prst="rect">
            <a:avLst/>
          </a:prstGeom>
        </p:spPr>
      </p:pic>
      <p:pic>
        <p:nvPicPr>
          <p:cNvPr id="5" name="Gráfico 4">
            <a:extLst>
              <a:ext uri="{FF2B5EF4-FFF2-40B4-BE49-F238E27FC236}">
                <a16:creationId xmlns:a16="http://schemas.microsoft.com/office/drawing/2014/main" id="{33822250-DBD6-B302-25FA-7574B49BAF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887" y="486236"/>
            <a:ext cx="8458200" cy="5610225"/>
          </a:xfrm>
          <a:prstGeom prst="rect">
            <a:avLst/>
          </a:prstGeom>
        </p:spPr>
      </p:pic>
      <p:pic>
        <p:nvPicPr>
          <p:cNvPr id="6" name="Gráfico 5">
            <a:extLst>
              <a:ext uri="{FF2B5EF4-FFF2-40B4-BE49-F238E27FC236}">
                <a16:creationId xmlns:a16="http://schemas.microsoft.com/office/drawing/2014/main" id="{3955CCAF-4468-46E0-AC74-50FB326ECE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58249" y="3031799"/>
            <a:ext cx="3675501" cy="905242"/>
          </a:xfrm>
          <a:prstGeom prst="rect">
            <a:avLst/>
          </a:prstGeom>
        </p:spPr>
      </p:pic>
    </p:spTree>
    <p:extLst>
      <p:ext uri="{BB962C8B-B14F-4D97-AF65-F5344CB8AC3E}">
        <p14:creationId xmlns:p14="http://schemas.microsoft.com/office/powerpoint/2010/main" val="1815915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7ABEE25-1697-48E6-9458-582E6DA50130}"/>
              </a:ext>
            </a:extLst>
          </p:cNvPr>
          <p:cNvSpPr txBox="1"/>
          <p:nvPr/>
        </p:nvSpPr>
        <p:spPr>
          <a:xfrm>
            <a:off x="2895600" y="2028616"/>
            <a:ext cx="6400800" cy="2800767"/>
          </a:xfrm>
          <a:prstGeom prst="rect">
            <a:avLst/>
          </a:prstGeom>
          <a:noFill/>
        </p:spPr>
        <p:txBody>
          <a:bodyPr wrap="square" rtlCol="0">
            <a:spAutoFit/>
          </a:bodyPr>
          <a:lstStyle/>
          <a:p>
            <a:pPr algn="ctr"/>
            <a:r>
              <a:rPr lang="es-ES" sz="4400" b="1">
                <a:solidFill>
                  <a:schemeClr val="tx2"/>
                </a:solidFill>
                <a:latin typeface="Baskerville Old Face" panose="02020602080505020303" pitchFamily="18" charset="0"/>
              </a:rPr>
              <a:t>DISEÑO DE PLANEAMIENTOS PARA LA FORMACIÓN TECNOLÓGICA 2027</a:t>
            </a:r>
            <a:endParaRPr lang="es-CR" sz="4400" b="1">
              <a:solidFill>
                <a:schemeClr val="tx2"/>
              </a:solidFill>
              <a:latin typeface="Baskerville Old Face" panose="02020602080505020303" pitchFamily="18" charset="0"/>
            </a:endParaRPr>
          </a:p>
        </p:txBody>
      </p:sp>
      <p:pic>
        <p:nvPicPr>
          <p:cNvPr id="5" name="Gráfico 4">
            <a:extLst>
              <a:ext uri="{FF2B5EF4-FFF2-40B4-BE49-F238E27FC236}">
                <a16:creationId xmlns:a16="http://schemas.microsoft.com/office/drawing/2014/main" id="{AEC17EF6-4ACC-79BF-B938-B326BBF1B631}"/>
              </a:ext>
            </a:extLst>
          </p:cNvPr>
          <p:cNvPicPr>
            <a:picLocks noChangeAspect="1"/>
          </p:cNvPicPr>
          <p:nvPr/>
        </p:nvPicPr>
        <p:blipFill>
          <a:blip>
            <a:extLst>
              <a:ext uri="{96DAC541-7B7A-43D3-8B79-37D633B846F1}">
                <asvg:svgBlip xmlns:asvg="http://schemas.microsoft.com/office/drawing/2016/SVG/main" r:embed="rId2"/>
              </a:ext>
            </a:extLst>
          </a:blip>
          <a:srcRect b="62548"/>
          <a:stretch>
            <a:fillRect/>
          </a:stretch>
        </p:blipFill>
        <p:spPr>
          <a:xfrm>
            <a:off x="1476375" y="950567"/>
            <a:ext cx="9239250" cy="1819342"/>
          </a:xfrm>
          <a:prstGeom prst="rect">
            <a:avLst/>
          </a:prstGeom>
        </p:spPr>
      </p:pic>
      <p:pic>
        <p:nvPicPr>
          <p:cNvPr id="23" name="Imagen 22">
            <a:extLst>
              <a:ext uri="{FF2B5EF4-FFF2-40B4-BE49-F238E27FC236}">
                <a16:creationId xmlns:a16="http://schemas.microsoft.com/office/drawing/2014/main" id="{ACBA3AE0-BFDA-CF08-4FE1-DFC6E3C6F22D}"/>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sp>
        <p:nvSpPr>
          <p:cNvPr id="6" name="CuadroTexto 5">
            <a:extLst>
              <a:ext uri="{FF2B5EF4-FFF2-40B4-BE49-F238E27FC236}">
                <a16:creationId xmlns:a16="http://schemas.microsoft.com/office/drawing/2014/main" id="{5C33A04D-017F-3F53-7492-2F2B44BA2351}"/>
              </a:ext>
            </a:extLst>
          </p:cNvPr>
          <p:cNvSpPr txBox="1"/>
          <p:nvPr/>
        </p:nvSpPr>
        <p:spPr>
          <a:xfrm>
            <a:off x="3048000" y="5732053"/>
            <a:ext cx="6096000" cy="584775"/>
          </a:xfrm>
          <a:prstGeom prst="rect">
            <a:avLst/>
          </a:prstGeom>
          <a:noFill/>
        </p:spPr>
        <p:txBody>
          <a:bodyPr wrap="square">
            <a:spAutoFit/>
          </a:bodyPr>
          <a:lstStyle/>
          <a:p>
            <a:pPr algn="ctr"/>
            <a:r>
              <a:rPr lang="es-ES" sz="1600" b="1">
                <a:solidFill>
                  <a:schemeClr val="tx2"/>
                </a:solidFill>
                <a:latin typeface="Baskerville Old Face" panose="02020602080505020303" pitchFamily="18" charset="0"/>
              </a:rPr>
              <a:t>Equipo Gestión Curricular para la Formación Tecnológica</a:t>
            </a:r>
          </a:p>
          <a:p>
            <a:pPr algn="ctr"/>
            <a:r>
              <a:rPr lang="es-ES" sz="1600" b="1">
                <a:solidFill>
                  <a:schemeClr val="tx2"/>
                </a:solidFill>
                <a:latin typeface="Baskerville Old Face" panose="02020602080505020303" pitchFamily="18" charset="0"/>
              </a:rPr>
              <a:t>Setiembre 2027</a:t>
            </a:r>
          </a:p>
        </p:txBody>
      </p:sp>
    </p:spTree>
    <p:extLst>
      <p:ext uri="{BB962C8B-B14F-4D97-AF65-F5344CB8AC3E}">
        <p14:creationId xmlns:p14="http://schemas.microsoft.com/office/powerpoint/2010/main" val="408522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2CD0CBF-1A98-F568-698E-79702596C1EF}"/>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8" name="Gráfico 7">
            <a:extLst>
              <a:ext uri="{FF2B5EF4-FFF2-40B4-BE49-F238E27FC236}">
                <a16:creationId xmlns:a16="http://schemas.microsoft.com/office/drawing/2014/main" id="{E5C65152-91EC-4370-5B1A-4A3095D575C6}"/>
              </a:ext>
            </a:extLst>
          </p:cNvPr>
          <p:cNvPicPr>
            <a:picLocks noChangeAspect="1"/>
          </p:cNvPicPr>
          <p:nvPr/>
        </p:nvPicPr>
        <p:blipFill>
          <a:blip>
            <a:extLst>
              <a:ext uri="{96DAC541-7B7A-43D3-8B79-37D633B846F1}">
                <asvg:svgBlip xmlns:asvg="http://schemas.microsoft.com/office/drawing/2016/SVG/main" r:embed="rId3"/>
              </a:ext>
            </a:extLst>
          </a:blip>
          <a:srcRect r="19968" b="42289"/>
          <a:stretch>
            <a:fillRect/>
          </a:stretch>
        </p:blipFill>
        <p:spPr>
          <a:xfrm>
            <a:off x="6457731" y="2292824"/>
            <a:ext cx="5734269" cy="3957850"/>
          </a:xfrm>
          <a:prstGeom prst="rect">
            <a:avLst/>
          </a:prstGeom>
        </p:spPr>
      </p:pic>
      <p:pic>
        <p:nvPicPr>
          <p:cNvPr id="10" name="Gráfico 9">
            <a:extLst>
              <a:ext uri="{FF2B5EF4-FFF2-40B4-BE49-F238E27FC236}">
                <a16:creationId xmlns:a16="http://schemas.microsoft.com/office/drawing/2014/main" id="{66B899D2-9584-D2EC-4AB0-11216C8C2B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2883" y="825903"/>
            <a:ext cx="5636525" cy="634621"/>
          </a:xfrm>
          <a:prstGeom prst="rect">
            <a:avLst/>
          </a:prstGeom>
        </p:spPr>
      </p:pic>
      <p:sp>
        <p:nvSpPr>
          <p:cNvPr id="11" name="CuadroTexto 10">
            <a:extLst>
              <a:ext uri="{FF2B5EF4-FFF2-40B4-BE49-F238E27FC236}">
                <a16:creationId xmlns:a16="http://schemas.microsoft.com/office/drawing/2014/main" id="{65CCFB05-EF77-788D-EA00-BFC96441A1A2}"/>
              </a:ext>
            </a:extLst>
          </p:cNvPr>
          <p:cNvSpPr txBox="1"/>
          <p:nvPr/>
        </p:nvSpPr>
        <p:spPr>
          <a:xfrm>
            <a:off x="2593911" y="850825"/>
            <a:ext cx="7327886"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OBJETIVO DE LA TAREA</a:t>
            </a:r>
            <a:endParaRPr lang="es-CR" sz="3200" b="1">
              <a:solidFill>
                <a:schemeClr val="tx2"/>
              </a:solidFill>
              <a:latin typeface="Baskerville Old Face" panose="02020602080505020303" pitchFamily="18" charset="0"/>
            </a:endParaRPr>
          </a:p>
        </p:txBody>
      </p:sp>
      <p:pic>
        <p:nvPicPr>
          <p:cNvPr id="1026" name="Picture 2">
            <a:extLst>
              <a:ext uri="{FF2B5EF4-FFF2-40B4-BE49-F238E27FC236}">
                <a16:creationId xmlns:a16="http://schemas.microsoft.com/office/drawing/2014/main" id="{F7B72C46-8683-BBE4-356E-A6B489974D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409" r="1409"/>
          <a:stretch/>
        </p:blipFill>
        <p:spPr bwMode="auto">
          <a:xfrm>
            <a:off x="7535904" y="1765680"/>
            <a:ext cx="3846329" cy="3957850"/>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63;p33">
            <a:extLst>
              <a:ext uri="{FF2B5EF4-FFF2-40B4-BE49-F238E27FC236}">
                <a16:creationId xmlns:a16="http://schemas.microsoft.com/office/drawing/2014/main" id="{5E23E38C-E33E-6BB7-4A10-E5D8C8683385}"/>
              </a:ext>
            </a:extLst>
          </p:cNvPr>
          <p:cNvSpPr txBox="1"/>
          <p:nvPr/>
        </p:nvSpPr>
        <p:spPr>
          <a:xfrm>
            <a:off x="584640" y="2489808"/>
            <a:ext cx="6141497" cy="1869712"/>
          </a:xfrm>
          <a:prstGeom prst="rect">
            <a:avLst/>
          </a:prstGeom>
          <a:noFill/>
          <a:ln>
            <a:noFill/>
          </a:ln>
        </p:spPr>
        <p:txBody>
          <a:bodyPr spcFirstLastPara="1" wrap="square" lIns="68575" tIns="34275" rIns="68575" bIns="34275" anchor="t" anchorCtr="0">
            <a:spAutoFit/>
          </a:bodyPr>
          <a:ls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s-ES">
                <a:solidFill>
                  <a:srgbClr val="3F3F3F"/>
                </a:solidFill>
                <a:latin typeface="Century Gothic" panose="020B0502020202020204" pitchFamily="34" charset="0"/>
              </a:rPr>
              <a:t>A partir de la directriz general del Viceministerio Académico, se solicita a la DRTE el diseño de planeamientos didácticos para la asignatura de Formación Tecnológica, para el primer período 2027.</a:t>
            </a:r>
          </a:p>
          <a:p>
            <a:pPr lvl="0">
              <a:lnSpc>
                <a:spcPct val="130000"/>
              </a:lnSpc>
            </a:pPr>
            <a:endParaRPr>
              <a:solidFill>
                <a:srgbClr val="3F3F3F"/>
              </a:solidFill>
              <a:latin typeface="Century Gothic" panose="020B0502020202020204" pitchFamily="34" charset="0"/>
              <a:ea typeface="Inter"/>
              <a:cs typeface="Inter"/>
              <a:sym typeface="Inter"/>
            </a:endParaRPr>
          </a:p>
        </p:txBody>
      </p:sp>
    </p:spTree>
    <p:extLst>
      <p:ext uri="{BB962C8B-B14F-4D97-AF65-F5344CB8AC3E}">
        <p14:creationId xmlns:p14="http://schemas.microsoft.com/office/powerpoint/2010/main" val="587004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A38D6-A476-4FE5-ED75-417BBA13F3E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EF4C61F-4EE2-61D7-C24D-5D89E16C5077}"/>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8" name="Gráfico 7">
            <a:extLst>
              <a:ext uri="{FF2B5EF4-FFF2-40B4-BE49-F238E27FC236}">
                <a16:creationId xmlns:a16="http://schemas.microsoft.com/office/drawing/2014/main" id="{2D5D49A2-9A8E-3241-52C4-CABDC7C9C77A}"/>
              </a:ext>
            </a:extLst>
          </p:cNvPr>
          <p:cNvPicPr>
            <a:picLocks noChangeAspect="1"/>
          </p:cNvPicPr>
          <p:nvPr/>
        </p:nvPicPr>
        <p:blipFill>
          <a:blip>
            <a:extLst>
              <a:ext uri="{96DAC541-7B7A-43D3-8B79-37D633B846F1}">
                <asvg:svgBlip xmlns:asvg="http://schemas.microsoft.com/office/drawing/2016/SVG/main" r:embed="rId3"/>
              </a:ext>
            </a:extLst>
          </a:blip>
          <a:srcRect r="19968" b="42289"/>
          <a:stretch>
            <a:fillRect/>
          </a:stretch>
        </p:blipFill>
        <p:spPr>
          <a:xfrm>
            <a:off x="6457731" y="2292824"/>
            <a:ext cx="5734269" cy="3957850"/>
          </a:xfrm>
          <a:prstGeom prst="rect">
            <a:avLst/>
          </a:prstGeom>
        </p:spPr>
      </p:pic>
      <p:pic>
        <p:nvPicPr>
          <p:cNvPr id="10" name="Gráfico 9">
            <a:extLst>
              <a:ext uri="{FF2B5EF4-FFF2-40B4-BE49-F238E27FC236}">
                <a16:creationId xmlns:a16="http://schemas.microsoft.com/office/drawing/2014/main" id="{A4FDA250-20A3-B808-0AFF-48C0684D76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2883" y="825903"/>
            <a:ext cx="5636525" cy="634621"/>
          </a:xfrm>
          <a:prstGeom prst="rect">
            <a:avLst/>
          </a:prstGeom>
        </p:spPr>
      </p:pic>
      <p:sp>
        <p:nvSpPr>
          <p:cNvPr id="11" name="CuadroTexto 10">
            <a:extLst>
              <a:ext uri="{FF2B5EF4-FFF2-40B4-BE49-F238E27FC236}">
                <a16:creationId xmlns:a16="http://schemas.microsoft.com/office/drawing/2014/main" id="{D530C557-0916-A5FA-1C3D-772F4717C437}"/>
              </a:ext>
            </a:extLst>
          </p:cNvPr>
          <p:cNvSpPr txBox="1"/>
          <p:nvPr/>
        </p:nvSpPr>
        <p:spPr>
          <a:xfrm>
            <a:off x="2593911" y="850825"/>
            <a:ext cx="7327886"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AGENDA</a:t>
            </a:r>
            <a:endParaRPr lang="es-CR" sz="3200" b="1">
              <a:solidFill>
                <a:schemeClr val="tx2"/>
              </a:solidFill>
              <a:latin typeface="Baskerville Old Face" panose="02020602080505020303" pitchFamily="18" charset="0"/>
            </a:endParaRPr>
          </a:p>
        </p:txBody>
      </p:sp>
      <p:graphicFrame>
        <p:nvGraphicFramePr>
          <p:cNvPr id="2" name="Tabla 1">
            <a:extLst>
              <a:ext uri="{FF2B5EF4-FFF2-40B4-BE49-F238E27FC236}">
                <a16:creationId xmlns:a16="http://schemas.microsoft.com/office/drawing/2014/main" id="{AE8E520D-0844-07D3-C9BA-016D0FDB1F24}"/>
              </a:ext>
            </a:extLst>
          </p:cNvPr>
          <p:cNvGraphicFramePr>
            <a:graphicFrameLocks noGrp="1"/>
          </p:cNvGraphicFramePr>
          <p:nvPr>
            <p:extLst>
              <p:ext uri="{D42A27DB-BD31-4B8C-83A1-F6EECF244321}">
                <p14:modId xmlns:p14="http://schemas.microsoft.com/office/powerpoint/2010/main" val="637456464"/>
              </p:ext>
            </p:extLst>
          </p:nvPr>
        </p:nvGraphicFramePr>
        <p:xfrm>
          <a:off x="3333527" y="1898879"/>
          <a:ext cx="5725160" cy="2761425"/>
        </p:xfrm>
        <a:graphic>
          <a:graphicData uri="http://schemas.openxmlformats.org/drawingml/2006/table">
            <a:tbl>
              <a:tblPr firstRow="1" firstCol="1" bandRow="1">
                <a:tableStyleId>{5C22544A-7EE6-4342-B048-85BDC9FD1C3A}</a:tableStyleId>
              </a:tblPr>
              <a:tblGrid>
                <a:gridCol w="3054142">
                  <a:extLst>
                    <a:ext uri="{9D8B030D-6E8A-4147-A177-3AD203B41FA5}">
                      <a16:colId xmlns:a16="http://schemas.microsoft.com/office/drawing/2014/main" val="1401225144"/>
                    </a:ext>
                  </a:extLst>
                </a:gridCol>
                <a:gridCol w="2671018">
                  <a:extLst>
                    <a:ext uri="{9D8B030D-6E8A-4147-A177-3AD203B41FA5}">
                      <a16:colId xmlns:a16="http://schemas.microsoft.com/office/drawing/2014/main" val="3814886062"/>
                    </a:ext>
                  </a:extLst>
                </a:gridCol>
              </a:tblGrid>
              <a:tr h="0">
                <a:tc>
                  <a:txBody>
                    <a:bodyPr/>
                    <a:lstStyle/>
                    <a:p>
                      <a:pPr algn="ctr">
                        <a:lnSpc>
                          <a:spcPct val="116000"/>
                        </a:lnSpc>
                        <a:spcAft>
                          <a:spcPts val="800"/>
                        </a:spcAft>
                        <a:buNone/>
                      </a:pPr>
                      <a:r>
                        <a:rPr lang="es-CR" sz="1800" kern="1200">
                          <a:solidFill>
                            <a:schemeClr val="bg1"/>
                          </a:solidFill>
                          <a:latin typeface="Century Gothic" panose="020B0502020202020204" pitchFamily="34" charset="0"/>
                          <a:ea typeface="+mn-ea"/>
                          <a:cs typeface="+mn-cs"/>
                        </a:rPr>
                        <a:t>Actividad</a:t>
                      </a:r>
                    </a:p>
                  </a:txBody>
                  <a:tcPr marL="68580" marR="68580" marT="0" marB="0"/>
                </a:tc>
                <a:tc>
                  <a:txBody>
                    <a:bodyPr/>
                    <a:lstStyle/>
                    <a:p>
                      <a:pPr algn="ctr">
                        <a:lnSpc>
                          <a:spcPct val="116000"/>
                        </a:lnSpc>
                        <a:spcAft>
                          <a:spcPts val="800"/>
                        </a:spcAft>
                        <a:buNone/>
                      </a:pPr>
                      <a:r>
                        <a:rPr lang="es-ES" sz="1800" kern="1200">
                          <a:solidFill>
                            <a:schemeClr val="bg1"/>
                          </a:solidFill>
                          <a:latin typeface="Century Gothic" panose="020B0502020202020204" pitchFamily="34" charset="0"/>
                          <a:ea typeface="+mn-ea"/>
                          <a:cs typeface="+mn-cs"/>
                        </a:rPr>
                        <a:t>H</a:t>
                      </a:r>
                      <a:r>
                        <a:rPr lang="es-CR" sz="1800" kern="1200">
                          <a:solidFill>
                            <a:schemeClr val="bg1"/>
                          </a:solidFill>
                          <a:latin typeface="Century Gothic" panose="020B0502020202020204" pitchFamily="34" charset="0"/>
                          <a:ea typeface="+mn-ea"/>
                          <a:cs typeface="+mn-cs"/>
                        </a:rPr>
                        <a:t>ora</a:t>
                      </a:r>
                    </a:p>
                  </a:txBody>
                  <a:tcPr marL="68580" marR="68580" marT="0" marB="0"/>
                </a:tc>
                <a:extLst>
                  <a:ext uri="{0D108BD9-81ED-4DB2-BD59-A6C34878D82A}">
                    <a16:rowId xmlns:a16="http://schemas.microsoft.com/office/drawing/2014/main" val="3840470747"/>
                  </a:ext>
                </a:extLst>
              </a:tr>
              <a:tr h="0">
                <a:tc>
                  <a:txBody>
                    <a:bodyPr/>
                    <a:lstStyle/>
                    <a:p>
                      <a:pPr>
                        <a:lnSpc>
                          <a:spcPct val="116000"/>
                        </a:lnSpc>
                        <a:spcAft>
                          <a:spcPts val="800"/>
                        </a:spcAft>
                        <a:buNone/>
                      </a:pPr>
                      <a:r>
                        <a:rPr lang="es-CR" sz="1800" kern="1200">
                          <a:solidFill>
                            <a:schemeClr val="bg1"/>
                          </a:solidFill>
                          <a:latin typeface="Century Gothic" panose="020B0502020202020204" pitchFamily="34" charset="0"/>
                          <a:ea typeface="+mn-ea"/>
                          <a:cs typeface="+mn-cs"/>
                        </a:rPr>
                        <a:t>1.Contextualización de las tareas.</a:t>
                      </a:r>
                    </a:p>
                    <a:p>
                      <a:pPr>
                        <a:lnSpc>
                          <a:spcPct val="116000"/>
                        </a:lnSpc>
                        <a:spcAft>
                          <a:spcPts val="800"/>
                        </a:spcAft>
                        <a:buNone/>
                      </a:pPr>
                      <a:r>
                        <a:rPr lang="es-CR" sz="1800" kern="1200">
                          <a:solidFill>
                            <a:schemeClr val="bg1"/>
                          </a:solidFill>
                          <a:latin typeface="Century Gothic" panose="020B0502020202020204" pitchFamily="34" charset="0"/>
                          <a:ea typeface="+mn-ea"/>
                          <a:cs typeface="+mn-cs"/>
                        </a:rPr>
                        <a:t> </a:t>
                      </a:r>
                    </a:p>
                  </a:txBody>
                  <a:tcPr marL="68580" marR="68580" marT="0" marB="0"/>
                </a:tc>
                <a:tc>
                  <a:txBody>
                    <a:bodyPr/>
                    <a:lstStyle/>
                    <a:p>
                      <a:pPr>
                        <a:lnSpc>
                          <a:spcPct val="116000"/>
                        </a:lnSpc>
                        <a:spcAft>
                          <a:spcPts val="800"/>
                        </a:spcAft>
                        <a:buNone/>
                      </a:pPr>
                      <a:r>
                        <a:rPr lang="es-CR" sz="1800" kern="1200">
                          <a:solidFill>
                            <a:srgbClr val="3F3F3F"/>
                          </a:solidFill>
                          <a:latin typeface="Century Gothic" panose="020B0502020202020204" pitchFamily="34" charset="0"/>
                          <a:ea typeface="+mn-ea"/>
                          <a:cs typeface="+mn-cs"/>
                        </a:rPr>
                        <a:t>10:00 a 12:00 m.d.</a:t>
                      </a:r>
                    </a:p>
                  </a:txBody>
                  <a:tcPr marL="68580" marR="68580" marT="0" marB="0"/>
                </a:tc>
                <a:extLst>
                  <a:ext uri="{0D108BD9-81ED-4DB2-BD59-A6C34878D82A}">
                    <a16:rowId xmlns:a16="http://schemas.microsoft.com/office/drawing/2014/main" val="1101460577"/>
                  </a:ext>
                </a:extLst>
              </a:tr>
              <a:tr h="0">
                <a:tc>
                  <a:txBody>
                    <a:bodyPr/>
                    <a:lstStyle/>
                    <a:p>
                      <a:pPr>
                        <a:lnSpc>
                          <a:spcPct val="116000"/>
                        </a:lnSpc>
                        <a:spcAft>
                          <a:spcPts val="800"/>
                        </a:spcAft>
                        <a:buNone/>
                      </a:pPr>
                      <a:endParaRPr lang="es-CR" sz="1800" kern="1200">
                        <a:solidFill>
                          <a:schemeClr val="bg1"/>
                        </a:solidFill>
                        <a:latin typeface="Century Gothic" panose="020B0502020202020204" pitchFamily="34" charset="0"/>
                        <a:ea typeface="+mn-ea"/>
                        <a:cs typeface="+mn-cs"/>
                      </a:endParaRPr>
                    </a:p>
                    <a:p>
                      <a:pPr>
                        <a:lnSpc>
                          <a:spcPct val="116000"/>
                        </a:lnSpc>
                        <a:spcAft>
                          <a:spcPts val="800"/>
                        </a:spcAft>
                        <a:buNone/>
                      </a:pPr>
                      <a:r>
                        <a:rPr lang="es-CR" sz="1800" kern="1200">
                          <a:solidFill>
                            <a:schemeClr val="bg1"/>
                          </a:solidFill>
                          <a:latin typeface="Century Gothic" panose="020B0502020202020204" pitchFamily="34" charset="0"/>
                          <a:ea typeface="+mn-ea"/>
                          <a:cs typeface="+mn-cs"/>
                        </a:rPr>
                        <a:t>2. Estudio de los módulos y recursos.</a:t>
                      </a:r>
                    </a:p>
                    <a:p>
                      <a:pPr>
                        <a:lnSpc>
                          <a:spcPct val="116000"/>
                        </a:lnSpc>
                        <a:spcAft>
                          <a:spcPts val="800"/>
                        </a:spcAft>
                        <a:buNone/>
                      </a:pPr>
                      <a:r>
                        <a:rPr lang="es-CR" sz="1800" kern="1200">
                          <a:solidFill>
                            <a:schemeClr val="bg1"/>
                          </a:solidFill>
                          <a:latin typeface="Century Gothic" panose="020B0502020202020204" pitchFamily="34" charset="0"/>
                          <a:ea typeface="+mn-ea"/>
                          <a:cs typeface="+mn-cs"/>
                        </a:rPr>
                        <a:t> </a:t>
                      </a:r>
                    </a:p>
                  </a:txBody>
                  <a:tcPr marL="68580" marR="68580" marT="0" marB="0"/>
                </a:tc>
                <a:tc>
                  <a:txBody>
                    <a:bodyPr/>
                    <a:lstStyle/>
                    <a:p>
                      <a:pPr>
                        <a:lnSpc>
                          <a:spcPct val="116000"/>
                        </a:lnSpc>
                        <a:spcAft>
                          <a:spcPts val="800"/>
                        </a:spcAft>
                        <a:buNone/>
                      </a:pPr>
                      <a:r>
                        <a:rPr lang="es-CR" sz="1800" kern="1200">
                          <a:solidFill>
                            <a:srgbClr val="3F3F3F"/>
                          </a:solidFill>
                          <a:latin typeface="Century Gothic" panose="020B0502020202020204" pitchFamily="34" charset="0"/>
                          <a:ea typeface="+mn-ea"/>
                          <a:cs typeface="+mn-cs"/>
                        </a:rPr>
                        <a:t>1:00 p.m- a 3:00 p.m.</a:t>
                      </a:r>
                    </a:p>
                  </a:txBody>
                  <a:tcPr marL="68580" marR="68580" marT="0" marB="0"/>
                </a:tc>
                <a:extLst>
                  <a:ext uri="{0D108BD9-81ED-4DB2-BD59-A6C34878D82A}">
                    <a16:rowId xmlns:a16="http://schemas.microsoft.com/office/drawing/2014/main" val="1032346857"/>
                  </a:ext>
                </a:extLst>
              </a:tr>
            </a:tbl>
          </a:graphicData>
        </a:graphic>
      </p:graphicFrame>
    </p:spTree>
    <p:extLst>
      <p:ext uri="{BB962C8B-B14F-4D97-AF65-F5344CB8AC3E}">
        <p14:creationId xmlns:p14="http://schemas.microsoft.com/office/powerpoint/2010/main" val="806430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07DD-06B7-7449-D86D-64957444203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F91D8B2-42BD-64D2-3431-F95EAE6D6724}"/>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8" name="Gráfico 7">
            <a:extLst>
              <a:ext uri="{FF2B5EF4-FFF2-40B4-BE49-F238E27FC236}">
                <a16:creationId xmlns:a16="http://schemas.microsoft.com/office/drawing/2014/main" id="{25C9AFCB-3CBA-50B7-7036-727E10B357AE}"/>
              </a:ext>
            </a:extLst>
          </p:cNvPr>
          <p:cNvPicPr>
            <a:picLocks noChangeAspect="1"/>
          </p:cNvPicPr>
          <p:nvPr/>
        </p:nvPicPr>
        <p:blipFill>
          <a:blip>
            <a:extLst>
              <a:ext uri="{96DAC541-7B7A-43D3-8B79-37D633B846F1}">
                <asvg:svgBlip xmlns:asvg="http://schemas.microsoft.com/office/drawing/2016/SVG/main" r:embed="rId3"/>
              </a:ext>
            </a:extLst>
          </a:blip>
          <a:srcRect r="19968" b="42289"/>
          <a:stretch>
            <a:fillRect/>
          </a:stretch>
        </p:blipFill>
        <p:spPr>
          <a:xfrm>
            <a:off x="6457731" y="2292824"/>
            <a:ext cx="5734269" cy="3957850"/>
          </a:xfrm>
          <a:prstGeom prst="rect">
            <a:avLst/>
          </a:prstGeom>
        </p:spPr>
      </p:pic>
      <p:pic>
        <p:nvPicPr>
          <p:cNvPr id="10" name="Gráfico 9">
            <a:extLst>
              <a:ext uri="{FF2B5EF4-FFF2-40B4-BE49-F238E27FC236}">
                <a16:creationId xmlns:a16="http://schemas.microsoft.com/office/drawing/2014/main" id="{6E7A176B-E0DD-8F3F-D9D6-EA4764AA83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2883" y="271675"/>
            <a:ext cx="5636525" cy="634621"/>
          </a:xfrm>
          <a:prstGeom prst="rect">
            <a:avLst/>
          </a:prstGeom>
        </p:spPr>
      </p:pic>
      <p:sp>
        <p:nvSpPr>
          <p:cNvPr id="11" name="CuadroTexto 10">
            <a:extLst>
              <a:ext uri="{FF2B5EF4-FFF2-40B4-BE49-F238E27FC236}">
                <a16:creationId xmlns:a16="http://schemas.microsoft.com/office/drawing/2014/main" id="{74E94D39-4BF6-8AAD-FA2D-E33D8933EC59}"/>
              </a:ext>
            </a:extLst>
          </p:cNvPr>
          <p:cNvSpPr txBox="1"/>
          <p:nvPr/>
        </p:nvSpPr>
        <p:spPr>
          <a:xfrm>
            <a:off x="2924065" y="296597"/>
            <a:ext cx="6400800"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EQUIPOS DE DISEÑO</a:t>
            </a:r>
            <a:endParaRPr lang="es-CR" sz="3200" b="1">
              <a:solidFill>
                <a:schemeClr val="tx2"/>
              </a:solidFill>
              <a:latin typeface="Baskerville Old Face" panose="02020602080505020303" pitchFamily="18" charset="0"/>
            </a:endParaRPr>
          </a:p>
        </p:txBody>
      </p:sp>
      <p:graphicFrame>
        <p:nvGraphicFramePr>
          <p:cNvPr id="2" name="Tabla 1">
            <a:extLst>
              <a:ext uri="{FF2B5EF4-FFF2-40B4-BE49-F238E27FC236}">
                <a16:creationId xmlns:a16="http://schemas.microsoft.com/office/drawing/2014/main" id="{230B5401-FC83-3674-D10B-52EE1A18C5E0}"/>
              </a:ext>
            </a:extLst>
          </p:cNvPr>
          <p:cNvGraphicFramePr>
            <a:graphicFrameLocks noGrp="1"/>
          </p:cNvGraphicFramePr>
          <p:nvPr>
            <p:extLst>
              <p:ext uri="{D42A27DB-BD31-4B8C-83A1-F6EECF244321}">
                <p14:modId xmlns:p14="http://schemas.microsoft.com/office/powerpoint/2010/main" val="3449245072"/>
              </p:ext>
            </p:extLst>
          </p:nvPr>
        </p:nvGraphicFramePr>
        <p:xfrm>
          <a:off x="642937" y="1303041"/>
          <a:ext cx="10906125" cy="4525964"/>
        </p:xfrm>
        <a:graphic>
          <a:graphicData uri="http://schemas.openxmlformats.org/drawingml/2006/table">
            <a:tbl>
              <a:tblPr firstRow="1" firstCol="1" bandRow="1">
                <a:tableStyleId>{5C22544A-7EE6-4342-B048-85BDC9FD1C3A}</a:tableStyleId>
              </a:tblPr>
              <a:tblGrid>
                <a:gridCol w="7247866">
                  <a:extLst>
                    <a:ext uri="{9D8B030D-6E8A-4147-A177-3AD203B41FA5}">
                      <a16:colId xmlns:a16="http://schemas.microsoft.com/office/drawing/2014/main" val="2942806529"/>
                    </a:ext>
                  </a:extLst>
                </a:gridCol>
                <a:gridCol w="3658259">
                  <a:extLst>
                    <a:ext uri="{9D8B030D-6E8A-4147-A177-3AD203B41FA5}">
                      <a16:colId xmlns:a16="http://schemas.microsoft.com/office/drawing/2014/main" val="859832439"/>
                    </a:ext>
                  </a:extLst>
                </a:gridCol>
              </a:tblGrid>
              <a:tr h="160906">
                <a:tc>
                  <a:txBody>
                    <a:bodyPr/>
                    <a:lstStyle/>
                    <a:p>
                      <a:pPr marL="457200" algn="ctr">
                        <a:lnSpc>
                          <a:spcPct val="116000"/>
                        </a:lnSpc>
                        <a:spcAft>
                          <a:spcPts val="800"/>
                        </a:spcAft>
                        <a:buNone/>
                      </a:pPr>
                      <a:r>
                        <a:rPr lang="es-CR" sz="2000">
                          <a:effectLst/>
                        </a:rPr>
                        <a:t>Niveles</a:t>
                      </a:r>
                      <a:endParaRPr lang="es-CR" sz="2000">
                        <a:effectLst/>
                        <a:latin typeface="Aptos" panose="020B0004020202020204" pitchFamily="34" charset="0"/>
                        <a:ea typeface="Aptos" panose="020B0004020202020204" pitchFamily="34" charset="0"/>
                        <a:cs typeface="Times New Roman" panose="02020603050405020304" pitchFamily="18" charset="0"/>
                      </a:endParaRPr>
                    </a:p>
                  </a:txBody>
                  <a:tcPr marL="59800" marR="59800" marT="0" marB="0">
                    <a:solidFill>
                      <a:srgbClr val="0B6284"/>
                    </a:solidFill>
                  </a:tcPr>
                </a:tc>
                <a:tc>
                  <a:txBody>
                    <a:bodyPr/>
                    <a:lstStyle/>
                    <a:p>
                      <a:pPr algn="ctr">
                        <a:lnSpc>
                          <a:spcPct val="116000"/>
                        </a:lnSpc>
                        <a:spcAft>
                          <a:spcPts val="800"/>
                        </a:spcAft>
                        <a:buNone/>
                      </a:pPr>
                      <a:r>
                        <a:rPr lang="es-CR" sz="2000">
                          <a:effectLst/>
                        </a:rPr>
                        <a:t>Equipo diseñador</a:t>
                      </a:r>
                      <a:endParaRPr lang="es-CR" sz="2000">
                        <a:effectLst/>
                        <a:latin typeface="Aptos" panose="020B0004020202020204" pitchFamily="34" charset="0"/>
                        <a:ea typeface="Aptos" panose="020B0004020202020204" pitchFamily="34" charset="0"/>
                        <a:cs typeface="Times New Roman" panose="02020603050405020304" pitchFamily="18" charset="0"/>
                      </a:endParaRPr>
                    </a:p>
                  </a:txBody>
                  <a:tcPr marL="59800" marR="59800" marT="0" marB="0"/>
                </a:tc>
                <a:extLst>
                  <a:ext uri="{0D108BD9-81ED-4DB2-BD59-A6C34878D82A}">
                    <a16:rowId xmlns:a16="http://schemas.microsoft.com/office/drawing/2014/main" val="2363815725"/>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Preescolar (Básico requerido – Óptimo), Coordina Yolanda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b="1" kern="1200">
                          <a:solidFill>
                            <a:schemeClr val="tx2"/>
                          </a:solidFill>
                          <a:latin typeface="Century Gothic" panose="020B0502020202020204" pitchFamily="34" charset="0"/>
                          <a:ea typeface="+mn-ea"/>
                          <a:cs typeface="+mn-cs"/>
                        </a:rPr>
                        <a:t>Yahaira R., José M. O.</a:t>
                      </a:r>
                    </a:p>
                  </a:txBody>
                  <a:tcPr marL="59800" marR="59800" marT="0" marB="0">
                    <a:solidFill>
                      <a:srgbClr val="C9C9C9"/>
                    </a:solidFill>
                  </a:tcPr>
                </a:tc>
                <a:extLst>
                  <a:ext uri="{0D108BD9-81ED-4DB2-BD59-A6C34878D82A}">
                    <a16:rowId xmlns:a16="http://schemas.microsoft.com/office/drawing/2014/main" val="2201715221"/>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Primero, Coordina Yolanda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pt-BR" sz="1800" kern="1200">
                          <a:solidFill>
                            <a:srgbClr val="3F3F3F"/>
                          </a:solidFill>
                          <a:latin typeface="Century Gothic" panose="020B0502020202020204" pitchFamily="34" charset="0"/>
                          <a:ea typeface="+mn-ea"/>
                          <a:cs typeface="+mn-cs"/>
                        </a:rPr>
                        <a:t>Carmen S., Jessica C.</a:t>
                      </a:r>
                      <a:endParaRPr lang="es-CR" sz="1800" kern="1200">
                        <a:solidFill>
                          <a:srgbClr val="3F3F3F"/>
                        </a:solidFill>
                        <a:latin typeface="Century Gothic" panose="020B0502020202020204" pitchFamily="34" charset="0"/>
                        <a:ea typeface="+mn-ea"/>
                        <a:cs typeface="+mn-cs"/>
                      </a:endParaRPr>
                    </a:p>
                  </a:txBody>
                  <a:tcPr marL="59800" marR="59800" marT="0" marB="0">
                    <a:solidFill>
                      <a:srgbClr val="C9C9C9"/>
                    </a:solidFill>
                  </a:tcPr>
                </a:tc>
                <a:extLst>
                  <a:ext uri="{0D108BD9-81ED-4DB2-BD59-A6C34878D82A}">
                    <a16:rowId xmlns:a16="http://schemas.microsoft.com/office/drawing/2014/main" val="911386556"/>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Segundo, Coordina Mariana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Jennory B., Deilys F.</a:t>
                      </a:r>
                    </a:p>
                  </a:txBody>
                  <a:tcPr marL="59800" marR="59800" marT="0" marB="0">
                    <a:solidFill>
                      <a:srgbClr val="C9C9C9"/>
                    </a:solidFill>
                  </a:tcPr>
                </a:tc>
                <a:extLst>
                  <a:ext uri="{0D108BD9-81ED-4DB2-BD59-A6C34878D82A}">
                    <a16:rowId xmlns:a16="http://schemas.microsoft.com/office/drawing/2014/main" val="3574115544"/>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Tercero, Coordina Mariana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Yirley P., Maribel V.</a:t>
                      </a:r>
                    </a:p>
                  </a:txBody>
                  <a:tcPr marL="59800" marR="59800" marT="0" marB="0">
                    <a:solidFill>
                      <a:srgbClr val="C9C9C9"/>
                    </a:solidFill>
                  </a:tcPr>
                </a:tc>
                <a:extLst>
                  <a:ext uri="{0D108BD9-81ED-4DB2-BD59-A6C34878D82A}">
                    <a16:rowId xmlns:a16="http://schemas.microsoft.com/office/drawing/2014/main" val="64256581"/>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Cuarto, Coordina Karen</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Luis Diego S., Andrea Ch.</a:t>
                      </a:r>
                    </a:p>
                  </a:txBody>
                  <a:tcPr marL="59800" marR="59800" marT="0" marB="0">
                    <a:solidFill>
                      <a:srgbClr val="C9C9C9"/>
                    </a:solidFill>
                  </a:tcPr>
                </a:tc>
                <a:extLst>
                  <a:ext uri="{0D108BD9-81ED-4DB2-BD59-A6C34878D82A}">
                    <a16:rowId xmlns:a16="http://schemas.microsoft.com/office/drawing/2014/main" val="1401826555"/>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Quinto, Coordina Karen</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b="1" kern="1200">
                          <a:solidFill>
                            <a:schemeClr val="tx2"/>
                          </a:solidFill>
                          <a:latin typeface="Century Gothic" panose="020B0502020202020204" pitchFamily="34" charset="0"/>
                          <a:ea typeface="+mn-ea"/>
                          <a:cs typeface="+mn-cs"/>
                        </a:rPr>
                        <a:t>Elier H., Gabriela J.</a:t>
                      </a:r>
                    </a:p>
                  </a:txBody>
                  <a:tcPr marL="59800" marR="59800" marT="0" marB="0">
                    <a:solidFill>
                      <a:srgbClr val="C9C9C9"/>
                    </a:solidFill>
                  </a:tcPr>
                </a:tc>
                <a:extLst>
                  <a:ext uri="{0D108BD9-81ED-4DB2-BD59-A6C34878D82A}">
                    <a16:rowId xmlns:a16="http://schemas.microsoft.com/office/drawing/2014/main" val="1466265791"/>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Sexto, Coordina Daniela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Blanny N., Jessica R.</a:t>
                      </a:r>
                    </a:p>
                  </a:txBody>
                  <a:tcPr marL="59800" marR="59800" marT="0" marB="0">
                    <a:solidFill>
                      <a:srgbClr val="C9C9C9"/>
                    </a:solidFill>
                  </a:tcPr>
                </a:tc>
                <a:extLst>
                  <a:ext uri="{0D108BD9-81ED-4DB2-BD59-A6C34878D82A}">
                    <a16:rowId xmlns:a16="http://schemas.microsoft.com/office/drawing/2014/main" val="1534403025"/>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Sétimo, Coordina Daniela</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Heidi C., Rodolfo J.</a:t>
                      </a:r>
                    </a:p>
                  </a:txBody>
                  <a:tcPr marL="59800" marR="59800" marT="0" marB="0">
                    <a:solidFill>
                      <a:srgbClr val="C9C9C9"/>
                    </a:solidFill>
                  </a:tcPr>
                </a:tc>
                <a:extLst>
                  <a:ext uri="{0D108BD9-81ED-4DB2-BD59-A6C34878D82A}">
                    <a16:rowId xmlns:a16="http://schemas.microsoft.com/office/drawing/2014/main" val="382227630"/>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Octavo, Coordina Kevin</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Sinais D., Augrey B.</a:t>
                      </a:r>
                    </a:p>
                  </a:txBody>
                  <a:tcPr marL="59800" marR="59800" marT="0" marB="0">
                    <a:solidFill>
                      <a:srgbClr val="C9C9C9"/>
                    </a:solidFill>
                  </a:tcPr>
                </a:tc>
                <a:extLst>
                  <a:ext uri="{0D108BD9-81ED-4DB2-BD59-A6C34878D82A}">
                    <a16:rowId xmlns:a16="http://schemas.microsoft.com/office/drawing/2014/main" val="2324174803"/>
                  </a:ext>
                </a:extLst>
              </a:tr>
              <a:tr h="419043">
                <a:tc>
                  <a:txBody>
                    <a:bodyPr/>
                    <a:lstStyle/>
                    <a:p>
                      <a:pPr marL="0" lvl="0" indent="0" algn="l" defTabSz="914400" rtl="0" eaLnBrk="1" latinLnBrk="0" hangingPunct="1">
                        <a:lnSpc>
                          <a:spcPct val="130000"/>
                        </a:lnSpc>
                        <a:spcAft>
                          <a:spcPts val="800"/>
                        </a:spcAft>
                        <a:buFontTx/>
                        <a:buNone/>
                      </a:pPr>
                      <a:r>
                        <a:rPr lang="es-CR" sz="1800" b="0" kern="1200">
                          <a:solidFill>
                            <a:schemeClr val="bg1"/>
                          </a:solidFill>
                          <a:latin typeface="Century Gothic" panose="020B0502020202020204" pitchFamily="34" charset="0"/>
                          <a:ea typeface="+mn-ea"/>
                          <a:cs typeface="+mn-cs"/>
                        </a:rPr>
                        <a:t>Noveno, Coordina Kevin</a:t>
                      </a:r>
                    </a:p>
                  </a:txBody>
                  <a:tcPr marL="59800" marR="59800" marT="0" marB="0">
                    <a:solidFill>
                      <a:srgbClr val="0B6284"/>
                    </a:solidFill>
                  </a:tcPr>
                </a:tc>
                <a:tc>
                  <a:txBody>
                    <a:bodyPr/>
                    <a:lstStyle/>
                    <a:p>
                      <a:pPr marL="0" algn="l" defTabSz="914400" rtl="0" eaLnBrk="1" latinLnBrk="0" hangingPunct="1">
                        <a:lnSpc>
                          <a:spcPct val="130000"/>
                        </a:lnSpc>
                        <a:spcAft>
                          <a:spcPts val="800"/>
                        </a:spcAft>
                        <a:buNone/>
                      </a:pPr>
                      <a:r>
                        <a:rPr lang="es-CR" sz="1800" kern="1200">
                          <a:solidFill>
                            <a:srgbClr val="3F3F3F"/>
                          </a:solidFill>
                          <a:latin typeface="Century Gothic" panose="020B0502020202020204" pitchFamily="34" charset="0"/>
                          <a:ea typeface="+mn-ea"/>
                          <a:cs typeface="+mn-cs"/>
                        </a:rPr>
                        <a:t>Allan M., Alberto B.</a:t>
                      </a:r>
                    </a:p>
                  </a:txBody>
                  <a:tcPr marL="59800" marR="59800" marT="0" marB="0">
                    <a:solidFill>
                      <a:srgbClr val="C9C9C9"/>
                    </a:solidFill>
                  </a:tcPr>
                </a:tc>
                <a:extLst>
                  <a:ext uri="{0D108BD9-81ED-4DB2-BD59-A6C34878D82A}">
                    <a16:rowId xmlns:a16="http://schemas.microsoft.com/office/drawing/2014/main" val="796664444"/>
                  </a:ext>
                </a:extLst>
              </a:tr>
            </a:tbl>
          </a:graphicData>
        </a:graphic>
      </p:graphicFrame>
    </p:spTree>
    <p:extLst>
      <p:ext uri="{BB962C8B-B14F-4D97-AF65-F5344CB8AC3E}">
        <p14:creationId xmlns:p14="http://schemas.microsoft.com/office/powerpoint/2010/main" val="204926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DA43-A07A-7117-F810-F33AEE47220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6948574-9BC0-9AF2-6AC4-D654ADF5DE29}"/>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FA250BCB-6218-0532-BE9A-49B8E1C78C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3587" y="527319"/>
            <a:ext cx="5636525" cy="634621"/>
          </a:xfrm>
          <a:prstGeom prst="rect">
            <a:avLst/>
          </a:prstGeom>
        </p:spPr>
      </p:pic>
      <p:sp>
        <p:nvSpPr>
          <p:cNvPr id="11" name="CuadroTexto 10">
            <a:extLst>
              <a:ext uri="{FF2B5EF4-FFF2-40B4-BE49-F238E27FC236}">
                <a16:creationId xmlns:a16="http://schemas.microsoft.com/office/drawing/2014/main" id="{401ABD8F-EB5C-8410-60FB-13E9BF4F22CD}"/>
              </a:ext>
            </a:extLst>
          </p:cNvPr>
          <p:cNvSpPr txBox="1"/>
          <p:nvPr/>
        </p:nvSpPr>
        <p:spPr>
          <a:xfrm>
            <a:off x="971621" y="577165"/>
            <a:ext cx="10248757"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RECURSOS</a:t>
            </a:r>
            <a:endParaRPr lang="es-CR" sz="3200" b="1">
              <a:solidFill>
                <a:schemeClr val="tx2"/>
              </a:solidFill>
              <a:latin typeface="Baskerville Old Face" panose="02020602080505020303" pitchFamily="18" charset="0"/>
            </a:endParaRPr>
          </a:p>
        </p:txBody>
      </p:sp>
      <p:pic>
        <p:nvPicPr>
          <p:cNvPr id="1026" name="Picture 2">
            <a:extLst>
              <a:ext uri="{FF2B5EF4-FFF2-40B4-BE49-F238E27FC236}">
                <a16:creationId xmlns:a16="http://schemas.microsoft.com/office/drawing/2014/main" id="{D1217D6F-5687-86BD-25D5-803273167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09" r="1409"/>
          <a:stretch/>
        </p:blipFill>
        <p:spPr bwMode="auto">
          <a:xfrm>
            <a:off x="7374049" y="1891606"/>
            <a:ext cx="3846329" cy="3957850"/>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63;p33">
            <a:extLst>
              <a:ext uri="{FF2B5EF4-FFF2-40B4-BE49-F238E27FC236}">
                <a16:creationId xmlns:a16="http://schemas.microsoft.com/office/drawing/2014/main" id="{2288CFAB-4CE8-CE9B-2757-C1F3F13DCC5F}"/>
              </a:ext>
            </a:extLst>
          </p:cNvPr>
          <p:cNvSpPr txBox="1"/>
          <p:nvPr/>
        </p:nvSpPr>
        <p:spPr>
          <a:xfrm>
            <a:off x="618824" y="1514200"/>
            <a:ext cx="7825380" cy="4390402"/>
          </a:xfrm>
          <a:prstGeom prst="rect">
            <a:avLst/>
          </a:prstGeom>
          <a:noFill/>
          <a:ln>
            <a:noFill/>
          </a:ln>
        </p:spPr>
        <p:txBody>
          <a:bodyPr spcFirstLastPara="1" wrap="square" lIns="68575" tIns="34275" rIns="68575" bIns="34275" anchor="t" anchorCtr="0">
            <a:spAutoFit/>
          </a:bodyPr>
          <a:ls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s-ES">
                <a:solidFill>
                  <a:srgbClr val="3F3F3F"/>
                </a:solidFill>
                <a:latin typeface="Century Gothic" panose="020B0502020202020204" pitchFamily="34" charset="0"/>
              </a:rPr>
              <a:t>Para el diseño de los planeamientos considere el referente principal las “</a:t>
            </a:r>
            <a:r>
              <a:rPr lang="es-ES" b="1">
                <a:solidFill>
                  <a:srgbClr val="3F3F3F"/>
                </a:solidFill>
                <a:latin typeface="Century Gothic" panose="020B0502020202020204" pitchFamily="34" charset="0"/>
              </a:rPr>
              <a:t>Guías docentes de FT de Preescolar, Primaria y Secundaria”</a:t>
            </a:r>
            <a:r>
              <a:rPr lang="es-ES">
                <a:solidFill>
                  <a:srgbClr val="3F3F3F"/>
                </a:solidFill>
                <a:latin typeface="Century Gothic" panose="020B0502020202020204" pitchFamily="34" charset="0"/>
              </a:rPr>
              <a:t>. </a:t>
            </a:r>
          </a:p>
          <a:p>
            <a:pPr>
              <a:lnSpc>
                <a:spcPct val="130000"/>
              </a:lnSpc>
            </a:pPr>
            <a:endParaRPr lang="es-ES">
              <a:solidFill>
                <a:srgbClr val="3F3F3F"/>
              </a:solidFill>
              <a:latin typeface="Century Gothic" panose="020B0502020202020204" pitchFamily="34" charset="0"/>
            </a:endParaRPr>
          </a:p>
          <a:p>
            <a:pPr>
              <a:lnSpc>
                <a:spcPct val="130000"/>
              </a:lnSpc>
            </a:pPr>
            <a:r>
              <a:rPr lang="es-ES">
                <a:solidFill>
                  <a:srgbClr val="3F3F3F"/>
                </a:solidFill>
                <a:latin typeface="Century Gothic" panose="020B0502020202020204" pitchFamily="34" charset="0"/>
              </a:rPr>
              <a:t>Además, los recursos de apoyo:</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APA 7</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Evaluación</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Apoyos Educativos</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Identidad gráfica MEP</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Recursos didácticos docentes en </a:t>
            </a:r>
            <a:r>
              <a:rPr lang="es-ES" err="1">
                <a:solidFill>
                  <a:srgbClr val="3F3F3F"/>
                </a:solidFill>
                <a:latin typeface="Century Gothic" panose="020B0502020202020204" pitchFamily="34" charset="0"/>
              </a:rPr>
              <a:t>Teams</a:t>
            </a:r>
            <a:endParaRPr lang="es-ES">
              <a:solidFill>
                <a:srgbClr val="3F3F3F"/>
              </a:solidFill>
              <a:latin typeface="Century Gothic" panose="020B0502020202020204" pitchFamily="34" charset="0"/>
            </a:endParaRP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Recursos didácticos en Repositorio</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Plantillas para el diseño de recursos </a:t>
            </a:r>
          </a:p>
          <a:p>
            <a:pPr marL="285750" indent="-285750">
              <a:lnSpc>
                <a:spcPct val="130000"/>
              </a:lnSpc>
              <a:buFont typeface="Arial" panose="020B0604020202020204" pitchFamily="34" charset="0"/>
              <a:buChar char="•"/>
            </a:pPr>
            <a:r>
              <a:rPr lang="es-ES">
                <a:solidFill>
                  <a:srgbClr val="3F3F3F"/>
                </a:solidFill>
                <a:latin typeface="Century Gothic" panose="020B0502020202020204" pitchFamily="34" charset="0"/>
              </a:rPr>
              <a:t>Carpeta para cada equipo diseñador</a:t>
            </a:r>
          </a:p>
        </p:txBody>
      </p:sp>
    </p:spTree>
    <p:extLst>
      <p:ext uri="{BB962C8B-B14F-4D97-AF65-F5344CB8AC3E}">
        <p14:creationId xmlns:p14="http://schemas.microsoft.com/office/powerpoint/2010/main" val="223238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E995-9979-20E5-3113-6294EEE6802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9BC9C8B-3B4B-1F7D-9353-00B251D9401C}"/>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EF0C5E24-A6A4-CF9F-D1D7-37475EA8A3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9955" y="825901"/>
            <a:ext cx="7132090" cy="634621"/>
          </a:xfrm>
          <a:prstGeom prst="rect">
            <a:avLst/>
          </a:prstGeom>
        </p:spPr>
      </p:pic>
      <p:sp>
        <p:nvSpPr>
          <p:cNvPr id="11" name="CuadroTexto 10">
            <a:extLst>
              <a:ext uri="{FF2B5EF4-FFF2-40B4-BE49-F238E27FC236}">
                <a16:creationId xmlns:a16="http://schemas.microsoft.com/office/drawing/2014/main" id="{61A60E5D-ACD8-4881-CBE3-CB720AE7610E}"/>
              </a:ext>
            </a:extLst>
          </p:cNvPr>
          <p:cNvSpPr txBox="1"/>
          <p:nvPr/>
        </p:nvSpPr>
        <p:spPr>
          <a:xfrm>
            <a:off x="2625206" y="850825"/>
            <a:ext cx="6941588"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¿QUÉ ESTAMOS DISEÑANDO?</a:t>
            </a:r>
            <a:endParaRPr lang="es-CR" sz="3200" b="1">
              <a:solidFill>
                <a:schemeClr val="tx2"/>
              </a:solidFill>
              <a:latin typeface="Baskerville Old Face" panose="02020602080505020303" pitchFamily="18" charset="0"/>
            </a:endParaRPr>
          </a:p>
        </p:txBody>
      </p:sp>
      <p:graphicFrame>
        <p:nvGraphicFramePr>
          <p:cNvPr id="2" name="Tabla 1">
            <a:extLst>
              <a:ext uri="{FF2B5EF4-FFF2-40B4-BE49-F238E27FC236}">
                <a16:creationId xmlns:a16="http://schemas.microsoft.com/office/drawing/2014/main" id="{7044EB0E-832A-06B3-E488-7D4D559A75B6}"/>
              </a:ext>
            </a:extLst>
          </p:cNvPr>
          <p:cNvGraphicFramePr>
            <a:graphicFrameLocks noGrp="1"/>
          </p:cNvGraphicFramePr>
          <p:nvPr>
            <p:extLst>
              <p:ext uri="{D42A27DB-BD31-4B8C-83A1-F6EECF244321}">
                <p14:modId xmlns:p14="http://schemas.microsoft.com/office/powerpoint/2010/main" val="3172467520"/>
              </p:ext>
            </p:extLst>
          </p:nvPr>
        </p:nvGraphicFramePr>
        <p:xfrm>
          <a:off x="933450" y="2226262"/>
          <a:ext cx="10325100" cy="3566160"/>
        </p:xfrm>
        <a:graphic>
          <a:graphicData uri="http://schemas.openxmlformats.org/drawingml/2006/table">
            <a:tbl>
              <a:tblPr>
                <a:tableStyleId>{5C22544A-7EE6-4342-B048-85BDC9FD1C3A}</a:tableStyleId>
              </a:tblPr>
              <a:tblGrid>
                <a:gridCol w="5067300">
                  <a:extLst>
                    <a:ext uri="{9D8B030D-6E8A-4147-A177-3AD203B41FA5}">
                      <a16:colId xmlns:a16="http://schemas.microsoft.com/office/drawing/2014/main" val="4210396487"/>
                    </a:ext>
                  </a:extLst>
                </a:gridCol>
                <a:gridCol w="5257800">
                  <a:extLst>
                    <a:ext uri="{9D8B030D-6E8A-4147-A177-3AD203B41FA5}">
                      <a16:colId xmlns:a16="http://schemas.microsoft.com/office/drawing/2014/main" val="757062462"/>
                    </a:ext>
                  </a:extLst>
                </a:gridCol>
              </a:tblGrid>
              <a:tr h="0">
                <a:tc>
                  <a:txBody>
                    <a:bodyPr/>
                    <a:lstStyle/>
                    <a:p>
                      <a:pPr algn="ctr">
                        <a:buNone/>
                      </a:pPr>
                      <a:endParaRPr lang="es-CR" sz="1800" kern="1200">
                        <a:solidFill>
                          <a:schemeClr val="bg1"/>
                        </a:solidFill>
                        <a:latin typeface="Century Gothic" panose="020B0502020202020204" pitchFamily="34" charset="0"/>
                        <a:ea typeface="+mn-ea"/>
                        <a:cs typeface="+mn-cs"/>
                      </a:endParaRPr>
                    </a:p>
                    <a:p>
                      <a:pPr algn="ctr">
                        <a:buNone/>
                      </a:pPr>
                      <a:r>
                        <a:rPr lang="es-CR" sz="1800" b="1" kern="1200">
                          <a:solidFill>
                            <a:schemeClr val="bg1"/>
                          </a:solidFill>
                          <a:latin typeface="Century Gothic" panose="020B0502020202020204" pitchFamily="34" charset="0"/>
                          <a:ea typeface="+mn-ea"/>
                          <a:cs typeface="+mn-cs"/>
                        </a:rPr>
                        <a:t>Estamos  diseñando </a:t>
                      </a:r>
                    </a:p>
                    <a:p>
                      <a:pPr algn="ctr">
                        <a:buNone/>
                      </a:pPr>
                      <a:endParaRPr lang="es-CR" sz="1800" kern="1200">
                        <a:solidFill>
                          <a:schemeClr val="bg1"/>
                        </a:solidFill>
                        <a:latin typeface="Century Gothic" panose="020B0502020202020204" pitchFamily="34" charset="0"/>
                        <a:ea typeface="+mn-ea"/>
                        <a:cs typeface="+mn-cs"/>
                      </a:endParaRPr>
                    </a:p>
                  </a:txBody>
                  <a:tcPr anchor="ctr">
                    <a:solidFill>
                      <a:srgbClr val="0B6284"/>
                    </a:solidFill>
                  </a:tcPr>
                </a:tc>
                <a:tc>
                  <a:txBody>
                    <a:bodyPr/>
                    <a:lstStyle/>
                    <a:p>
                      <a:pPr algn="ctr">
                        <a:buNone/>
                      </a:pPr>
                      <a:r>
                        <a:rPr lang="es-CR" sz="1800" b="1" kern="1200">
                          <a:solidFill>
                            <a:srgbClr val="3F3F3F"/>
                          </a:solidFill>
                          <a:latin typeface="Century Gothic" panose="020B0502020202020204" pitchFamily="34" charset="0"/>
                          <a:ea typeface="+mn-ea"/>
                          <a:cs typeface="+mn-cs"/>
                        </a:rPr>
                        <a:t>No estamos diseñando </a:t>
                      </a:r>
                    </a:p>
                  </a:txBody>
                  <a:tcPr anchor="ctr">
                    <a:solidFill>
                      <a:srgbClr val="C9C9C9"/>
                    </a:solidFill>
                  </a:tcPr>
                </a:tc>
                <a:extLst>
                  <a:ext uri="{0D108BD9-81ED-4DB2-BD59-A6C34878D82A}">
                    <a16:rowId xmlns:a16="http://schemas.microsoft.com/office/drawing/2014/main" val="1326543759"/>
                  </a:ext>
                </a:extLst>
              </a:tr>
              <a:tr h="196532">
                <a:tc>
                  <a:txBody>
                    <a:bodyPr/>
                    <a:lstStyle/>
                    <a:p>
                      <a:pPr>
                        <a:buNone/>
                      </a:pPr>
                      <a:r>
                        <a:rPr lang="es-CR" sz="1800" kern="1200">
                          <a:solidFill>
                            <a:schemeClr val="bg1"/>
                          </a:solidFill>
                          <a:latin typeface="Century Gothic" panose="020B0502020202020204" pitchFamily="34" charset="0"/>
                          <a:ea typeface="+mn-ea"/>
                          <a:cs typeface="+mn-cs"/>
                        </a:rPr>
                        <a:t>Una propuesta común a nivel nacional.</a:t>
                      </a:r>
                    </a:p>
                  </a:txBody>
                  <a:tcPr anchor="ctr">
                    <a:solidFill>
                      <a:srgbClr val="0B6284"/>
                    </a:solidFill>
                  </a:tcPr>
                </a:tc>
                <a:tc>
                  <a:txBody>
                    <a:bodyPr/>
                    <a:lstStyle/>
                    <a:p>
                      <a:pPr>
                        <a:buNone/>
                      </a:pPr>
                      <a:r>
                        <a:rPr lang="es-CR" sz="1800" kern="1200">
                          <a:solidFill>
                            <a:srgbClr val="3F3F3F"/>
                          </a:solidFill>
                          <a:latin typeface="Century Gothic" panose="020B0502020202020204" pitchFamily="34" charset="0"/>
                          <a:ea typeface="+mn-ea"/>
                          <a:cs typeface="+mn-cs"/>
                        </a:rPr>
                        <a:t>Un planeamiento por centro, ni personalizado.</a:t>
                      </a:r>
                    </a:p>
                  </a:txBody>
                  <a:tcPr anchor="ctr">
                    <a:solidFill>
                      <a:srgbClr val="C9C9C9"/>
                    </a:solidFill>
                  </a:tcPr>
                </a:tc>
                <a:extLst>
                  <a:ext uri="{0D108BD9-81ED-4DB2-BD59-A6C34878D82A}">
                    <a16:rowId xmlns:a16="http://schemas.microsoft.com/office/drawing/2014/main" val="3896756844"/>
                  </a:ext>
                </a:extLst>
              </a:tr>
              <a:tr h="0">
                <a:tc>
                  <a:txBody>
                    <a:bodyPr/>
                    <a:lstStyle/>
                    <a:p>
                      <a:pPr>
                        <a:buNone/>
                      </a:pPr>
                      <a:r>
                        <a:rPr lang="es-CR" sz="1800" kern="1200">
                          <a:solidFill>
                            <a:schemeClr val="bg1"/>
                          </a:solidFill>
                          <a:latin typeface="Century Gothic" panose="020B0502020202020204" pitchFamily="34" charset="0"/>
                          <a:ea typeface="+mn-ea"/>
                          <a:cs typeface="+mn-cs"/>
                        </a:rPr>
                        <a:t>Orientaciones para la mediación.</a:t>
                      </a:r>
                    </a:p>
                  </a:txBody>
                  <a:tcPr anchor="ctr">
                    <a:solidFill>
                      <a:srgbClr val="0B6284"/>
                    </a:solidFill>
                  </a:tcPr>
                </a:tc>
                <a:tc>
                  <a:txBody>
                    <a:bodyPr/>
                    <a:lstStyle/>
                    <a:p>
                      <a:pPr>
                        <a:buNone/>
                      </a:pPr>
                      <a:r>
                        <a:rPr lang="es-CR" sz="1800" kern="1200">
                          <a:solidFill>
                            <a:srgbClr val="3F3F3F"/>
                          </a:solidFill>
                          <a:latin typeface="Century Gothic" panose="020B0502020202020204" pitchFamily="34" charset="0"/>
                          <a:ea typeface="+mn-ea"/>
                          <a:cs typeface="+mn-cs"/>
                        </a:rPr>
                        <a:t>Una receta única de clase.</a:t>
                      </a:r>
                    </a:p>
                  </a:txBody>
                  <a:tcPr anchor="ctr">
                    <a:solidFill>
                      <a:srgbClr val="C9C9C9"/>
                    </a:solidFill>
                  </a:tcPr>
                </a:tc>
                <a:extLst>
                  <a:ext uri="{0D108BD9-81ED-4DB2-BD59-A6C34878D82A}">
                    <a16:rowId xmlns:a16="http://schemas.microsoft.com/office/drawing/2014/main" val="168677364"/>
                  </a:ext>
                </a:extLst>
              </a:tr>
              <a:tr h="0">
                <a:tc>
                  <a:txBody>
                    <a:bodyPr/>
                    <a:lstStyle/>
                    <a:p>
                      <a:pPr>
                        <a:buNone/>
                      </a:pPr>
                      <a:r>
                        <a:rPr lang="es-CR" sz="1800" kern="1200">
                          <a:solidFill>
                            <a:schemeClr val="bg1"/>
                          </a:solidFill>
                          <a:latin typeface="Century Gothic" panose="020B0502020202020204" pitchFamily="34" charset="0"/>
                          <a:ea typeface="+mn-ea"/>
                          <a:cs typeface="+mn-cs"/>
                        </a:rPr>
                        <a:t>Recomendaciones para valorar el aprendizaje.</a:t>
                      </a:r>
                    </a:p>
                  </a:txBody>
                  <a:tcPr anchor="ctr">
                    <a:solidFill>
                      <a:srgbClr val="0B6284"/>
                    </a:solidFill>
                  </a:tcPr>
                </a:tc>
                <a:tc>
                  <a:txBody>
                    <a:bodyPr/>
                    <a:lstStyle/>
                    <a:p>
                      <a:pPr>
                        <a:buNone/>
                      </a:pPr>
                      <a:r>
                        <a:rPr lang="es-CR" sz="1800" kern="1200">
                          <a:solidFill>
                            <a:srgbClr val="3F3F3F"/>
                          </a:solidFill>
                          <a:latin typeface="Century Gothic" panose="020B0502020202020204" pitchFamily="34" charset="0"/>
                          <a:ea typeface="+mn-ea"/>
                          <a:cs typeface="+mn-cs"/>
                        </a:rPr>
                        <a:t>Instrumentos de evaluación.</a:t>
                      </a:r>
                    </a:p>
                  </a:txBody>
                  <a:tcPr anchor="ctr">
                    <a:solidFill>
                      <a:srgbClr val="C9C9C9"/>
                    </a:solidFill>
                  </a:tcPr>
                </a:tc>
                <a:extLst>
                  <a:ext uri="{0D108BD9-81ED-4DB2-BD59-A6C34878D82A}">
                    <a16:rowId xmlns:a16="http://schemas.microsoft.com/office/drawing/2014/main" val="3876853803"/>
                  </a:ext>
                </a:extLst>
              </a:tr>
              <a:tr h="0">
                <a:tc>
                  <a:txBody>
                    <a:bodyPr/>
                    <a:lstStyle/>
                    <a:p>
                      <a:pPr>
                        <a:buNone/>
                      </a:pPr>
                      <a:r>
                        <a:rPr lang="es-CR" sz="1800" kern="1200">
                          <a:solidFill>
                            <a:schemeClr val="bg1"/>
                          </a:solidFill>
                          <a:latin typeface="Century Gothic" panose="020B0502020202020204" pitchFamily="34" charset="0"/>
                          <a:ea typeface="+mn-ea"/>
                          <a:cs typeface="+mn-cs"/>
                        </a:rPr>
                        <a:t>Una propuesta que pueda contextualizarse.</a:t>
                      </a:r>
                    </a:p>
                  </a:txBody>
                  <a:tcPr anchor="ctr">
                    <a:solidFill>
                      <a:srgbClr val="0B6284"/>
                    </a:solidFill>
                  </a:tcPr>
                </a:tc>
                <a:tc>
                  <a:txBody>
                    <a:bodyPr/>
                    <a:lstStyle/>
                    <a:p>
                      <a:pPr>
                        <a:buNone/>
                      </a:pPr>
                      <a:r>
                        <a:rPr lang="es-CR" sz="1800" kern="1200">
                          <a:solidFill>
                            <a:srgbClr val="3F3F3F"/>
                          </a:solidFill>
                          <a:latin typeface="Century Gothic" panose="020B0502020202020204" pitchFamily="34" charset="0"/>
                          <a:ea typeface="+mn-ea"/>
                          <a:cs typeface="+mn-cs"/>
                        </a:rPr>
                        <a:t>Un currículo nuevo.</a:t>
                      </a:r>
                    </a:p>
                  </a:txBody>
                  <a:tcPr anchor="ctr">
                    <a:solidFill>
                      <a:srgbClr val="C9C9C9"/>
                    </a:solidFill>
                  </a:tcPr>
                </a:tc>
                <a:extLst>
                  <a:ext uri="{0D108BD9-81ED-4DB2-BD59-A6C34878D82A}">
                    <a16:rowId xmlns:a16="http://schemas.microsoft.com/office/drawing/2014/main" val="1427712703"/>
                  </a:ext>
                </a:extLst>
              </a:tr>
              <a:tr h="0">
                <a:tc>
                  <a:txBody>
                    <a:bodyPr/>
                    <a:lstStyle/>
                    <a:p>
                      <a:pPr>
                        <a:buNone/>
                      </a:pPr>
                      <a:r>
                        <a:rPr lang="es-CR" sz="1800" kern="1200">
                          <a:solidFill>
                            <a:schemeClr val="bg1"/>
                          </a:solidFill>
                          <a:latin typeface="Century Gothic" panose="020B0502020202020204" pitchFamily="34" charset="0"/>
                          <a:ea typeface="+mn-ea"/>
                          <a:cs typeface="+mn-cs"/>
                        </a:rPr>
                        <a:t>Diseñar según los principios DUA.</a:t>
                      </a:r>
                    </a:p>
                  </a:txBody>
                  <a:tcPr anchor="ctr">
                    <a:solidFill>
                      <a:srgbClr val="0B6284"/>
                    </a:solidFill>
                  </a:tcPr>
                </a:tc>
                <a:tc>
                  <a:txBody>
                    <a:bodyPr/>
                    <a:lstStyle/>
                    <a:p>
                      <a:pPr>
                        <a:buNone/>
                      </a:pPr>
                      <a:r>
                        <a:rPr lang="es-CR" sz="1800" kern="1200">
                          <a:solidFill>
                            <a:srgbClr val="3F3F3F"/>
                          </a:solidFill>
                          <a:latin typeface="Century Gothic" panose="020B0502020202020204" pitchFamily="34" charset="0"/>
                          <a:ea typeface="+mn-ea"/>
                          <a:cs typeface="+mn-cs"/>
                        </a:rPr>
                        <a:t>Revisar y adaptar principios DUA.</a:t>
                      </a:r>
                    </a:p>
                  </a:txBody>
                  <a:tcPr anchor="ctr">
                    <a:solidFill>
                      <a:srgbClr val="C9C9C9"/>
                    </a:solidFill>
                  </a:tcPr>
                </a:tc>
                <a:extLst>
                  <a:ext uri="{0D108BD9-81ED-4DB2-BD59-A6C34878D82A}">
                    <a16:rowId xmlns:a16="http://schemas.microsoft.com/office/drawing/2014/main" val="1288594292"/>
                  </a:ext>
                </a:extLst>
              </a:tr>
            </a:tbl>
          </a:graphicData>
        </a:graphic>
      </p:graphicFrame>
      <p:pic>
        <p:nvPicPr>
          <p:cNvPr id="6" name="Imagen 5">
            <a:extLst>
              <a:ext uri="{FF2B5EF4-FFF2-40B4-BE49-F238E27FC236}">
                <a16:creationId xmlns:a16="http://schemas.microsoft.com/office/drawing/2014/main" id="{98B934CF-044C-164B-1572-92257F691670}"/>
              </a:ext>
            </a:extLst>
          </p:cNvPr>
          <p:cNvPicPr>
            <a:picLocks noChangeAspect="1"/>
          </p:cNvPicPr>
          <p:nvPr/>
        </p:nvPicPr>
        <p:blipFill>
          <a:blip r:embed="rId5"/>
          <a:srcRect/>
          <a:stretch>
            <a:fillRect/>
          </a:stretch>
        </p:blipFill>
        <p:spPr>
          <a:xfrm>
            <a:off x="405493" y="1585365"/>
            <a:ext cx="1281793" cy="1281793"/>
          </a:xfrm>
          <a:prstGeom prst="rect">
            <a:avLst/>
          </a:prstGeom>
        </p:spPr>
      </p:pic>
      <p:pic>
        <p:nvPicPr>
          <p:cNvPr id="5" name="Imagen 4">
            <a:extLst>
              <a:ext uri="{FF2B5EF4-FFF2-40B4-BE49-F238E27FC236}">
                <a16:creationId xmlns:a16="http://schemas.microsoft.com/office/drawing/2014/main" id="{618217EF-7371-6116-23DB-BB725277ED0A}"/>
              </a:ext>
            </a:extLst>
          </p:cNvPr>
          <p:cNvPicPr>
            <a:picLocks noChangeAspect="1"/>
          </p:cNvPicPr>
          <p:nvPr/>
        </p:nvPicPr>
        <p:blipFill>
          <a:blip r:embed="rId6"/>
          <a:srcRect/>
          <a:stretch>
            <a:fillRect/>
          </a:stretch>
        </p:blipFill>
        <p:spPr>
          <a:xfrm>
            <a:off x="10540090" y="1612713"/>
            <a:ext cx="1281793" cy="1281793"/>
          </a:xfrm>
          <a:prstGeom prst="rect">
            <a:avLst/>
          </a:prstGeom>
        </p:spPr>
      </p:pic>
    </p:spTree>
    <p:extLst>
      <p:ext uri="{BB962C8B-B14F-4D97-AF65-F5344CB8AC3E}">
        <p14:creationId xmlns:p14="http://schemas.microsoft.com/office/powerpoint/2010/main" val="143111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43001-1159-BB9D-A3F4-257DC471382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CCC9872-22DB-C461-CDFD-286EE1A43B46}"/>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35AFD8E7-B9E6-A45B-FDCF-4442779C8D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2883" y="825903"/>
            <a:ext cx="5636525" cy="634621"/>
          </a:xfrm>
          <a:prstGeom prst="rect">
            <a:avLst/>
          </a:prstGeom>
        </p:spPr>
      </p:pic>
      <p:sp>
        <p:nvSpPr>
          <p:cNvPr id="11" name="CuadroTexto 10">
            <a:extLst>
              <a:ext uri="{FF2B5EF4-FFF2-40B4-BE49-F238E27FC236}">
                <a16:creationId xmlns:a16="http://schemas.microsoft.com/office/drawing/2014/main" id="{AC94DE05-FF37-E989-7543-6F8B000A46F2}"/>
              </a:ext>
            </a:extLst>
          </p:cNvPr>
          <p:cNvSpPr txBox="1"/>
          <p:nvPr/>
        </p:nvSpPr>
        <p:spPr>
          <a:xfrm>
            <a:off x="1133475" y="850825"/>
            <a:ext cx="10248757"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PUNTO DE PARTIDA PARA EL DISEÑO</a:t>
            </a:r>
            <a:endParaRPr lang="es-CR" sz="3200" b="1">
              <a:solidFill>
                <a:schemeClr val="tx2"/>
              </a:solidFill>
              <a:latin typeface="Baskerville Old Face" panose="02020602080505020303" pitchFamily="18" charset="0"/>
            </a:endParaRPr>
          </a:p>
        </p:txBody>
      </p:sp>
      <p:sp>
        <p:nvSpPr>
          <p:cNvPr id="3" name="CuadroTexto 2">
            <a:extLst>
              <a:ext uri="{FF2B5EF4-FFF2-40B4-BE49-F238E27FC236}">
                <a16:creationId xmlns:a16="http://schemas.microsoft.com/office/drawing/2014/main" id="{45487904-0F41-5A7D-3308-6EAA9221BDF0}"/>
              </a:ext>
            </a:extLst>
          </p:cNvPr>
          <p:cNvSpPr txBox="1"/>
          <p:nvPr/>
        </p:nvSpPr>
        <p:spPr>
          <a:xfrm>
            <a:off x="2538411" y="5034781"/>
            <a:ext cx="7115178" cy="923330"/>
          </a:xfrm>
          <a:prstGeom prst="rect">
            <a:avLst/>
          </a:prstGeom>
          <a:noFill/>
        </p:spPr>
        <p:txBody>
          <a:bodyPr wrap="square">
            <a:spAutoFit/>
          </a:bodyPr>
          <a:lstStyle/>
          <a:p>
            <a:pPr algn="ctr"/>
            <a:r>
              <a:rPr lang="es-CR">
                <a:solidFill>
                  <a:srgbClr val="3F3F3F"/>
                </a:solidFill>
                <a:latin typeface="Century Gothic" panose="020B0502020202020204" pitchFamily="34" charset="0"/>
              </a:rPr>
              <a:t>¿Cómo construimos una propuesta nacional que pueda implementarse en diferentes contextos y que permita al docente contextualizarla?</a:t>
            </a:r>
          </a:p>
        </p:txBody>
      </p:sp>
      <p:pic>
        <p:nvPicPr>
          <p:cNvPr id="5" name="Imagen 4">
            <a:extLst>
              <a:ext uri="{FF2B5EF4-FFF2-40B4-BE49-F238E27FC236}">
                <a16:creationId xmlns:a16="http://schemas.microsoft.com/office/drawing/2014/main" id="{5A1068A6-8FFB-6BEA-B1AE-89C5DC6E9CC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981200" y="2199043"/>
            <a:ext cx="8229600" cy="2543175"/>
          </a:xfrm>
          <a:prstGeom prst="rect">
            <a:avLst/>
          </a:prstGeom>
        </p:spPr>
      </p:pic>
    </p:spTree>
    <p:extLst>
      <p:ext uri="{BB962C8B-B14F-4D97-AF65-F5344CB8AC3E}">
        <p14:creationId xmlns:p14="http://schemas.microsoft.com/office/powerpoint/2010/main" val="2608242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4CD84-0080-2B64-64C6-3B313D29148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4B68EC3-AF9E-65EE-9E00-1CBDA5450AFE}"/>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C13A939A-F85A-451E-2900-2E9C8924B2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97392" y="589246"/>
            <a:ext cx="8254202" cy="634621"/>
          </a:xfrm>
          <a:prstGeom prst="rect">
            <a:avLst/>
          </a:prstGeom>
        </p:spPr>
      </p:pic>
      <p:sp>
        <p:nvSpPr>
          <p:cNvPr id="11" name="CuadroTexto 10">
            <a:extLst>
              <a:ext uri="{FF2B5EF4-FFF2-40B4-BE49-F238E27FC236}">
                <a16:creationId xmlns:a16="http://schemas.microsoft.com/office/drawing/2014/main" id="{4A6675FD-91F2-03D6-8691-33C3FD1739CA}"/>
              </a:ext>
            </a:extLst>
          </p:cNvPr>
          <p:cNvSpPr txBox="1"/>
          <p:nvPr/>
        </p:nvSpPr>
        <p:spPr>
          <a:xfrm>
            <a:off x="2257010" y="651263"/>
            <a:ext cx="7677979"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PUNTO DE PARTIDA PARA EL DISEÑO</a:t>
            </a:r>
            <a:endParaRPr lang="es-CR" sz="3200" b="1">
              <a:solidFill>
                <a:schemeClr val="tx2"/>
              </a:solidFill>
              <a:latin typeface="Baskerville Old Face" panose="02020602080505020303" pitchFamily="18" charset="0"/>
            </a:endParaRPr>
          </a:p>
        </p:txBody>
      </p:sp>
      <p:graphicFrame>
        <p:nvGraphicFramePr>
          <p:cNvPr id="8" name="Tabla 7">
            <a:extLst>
              <a:ext uri="{FF2B5EF4-FFF2-40B4-BE49-F238E27FC236}">
                <a16:creationId xmlns:a16="http://schemas.microsoft.com/office/drawing/2014/main" id="{C7A67CDD-8CE2-60CA-E09F-8E2D9BE78684}"/>
              </a:ext>
            </a:extLst>
          </p:cNvPr>
          <p:cNvGraphicFramePr>
            <a:graphicFrameLocks noGrp="1"/>
          </p:cNvGraphicFramePr>
          <p:nvPr>
            <p:extLst>
              <p:ext uri="{D42A27DB-BD31-4B8C-83A1-F6EECF244321}">
                <p14:modId xmlns:p14="http://schemas.microsoft.com/office/powerpoint/2010/main" val="3875249422"/>
              </p:ext>
            </p:extLst>
          </p:nvPr>
        </p:nvGraphicFramePr>
        <p:xfrm>
          <a:off x="962025" y="1649535"/>
          <a:ext cx="10106024" cy="448056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1081707012"/>
                    </a:ext>
                  </a:extLst>
                </a:gridCol>
                <a:gridCol w="9248774">
                  <a:extLst>
                    <a:ext uri="{9D8B030D-6E8A-4147-A177-3AD203B41FA5}">
                      <a16:colId xmlns:a16="http://schemas.microsoft.com/office/drawing/2014/main" val="60104035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1800" kern="1200">
                          <a:solidFill>
                            <a:schemeClr val="bg1"/>
                          </a:solidFill>
                          <a:latin typeface="Century Gothic" panose="020B0502020202020204" pitchFamily="34" charset="0"/>
                          <a:ea typeface="+mn-ea"/>
                          <a:cs typeface="+mn-cs"/>
                        </a:rPr>
                        <a:t>Criterios para mantenernos dentro del currículo</a:t>
                      </a:r>
                    </a:p>
                    <a:p>
                      <a:endParaRPr lang="es-CR"/>
                    </a:p>
                  </a:txBody>
                  <a:tcPr vert="vert270">
                    <a:solidFill>
                      <a:srgbClr val="042477"/>
                    </a:solidFill>
                  </a:tcPr>
                </a:tc>
                <a:tc>
                  <a:txBody>
                    <a:bodyPr/>
                    <a:lstStyle/>
                    <a:p>
                      <a:pPr marL="342900" indent="-342900">
                        <a:buAutoNum type="arabicPeriod"/>
                      </a:pPr>
                      <a:r>
                        <a:rPr lang="es-CR" sz="1600" b="1" kern="1200">
                          <a:solidFill>
                            <a:srgbClr val="3F3F3F"/>
                          </a:solidFill>
                          <a:latin typeface="Century Gothic" panose="020B0502020202020204" pitchFamily="34" charset="0"/>
                          <a:ea typeface="+mn-ea"/>
                          <a:cs typeface="+mn-cs"/>
                        </a:rPr>
                        <a:t>Diseñar según las características del nivel: </a:t>
                      </a:r>
                      <a:br>
                        <a:rPr lang="es-CR" sz="1600" b="0" kern="1200">
                          <a:solidFill>
                            <a:srgbClr val="3F3F3F"/>
                          </a:solidFill>
                          <a:latin typeface="Century Gothic" panose="020B0502020202020204" pitchFamily="34" charset="0"/>
                          <a:ea typeface="+mn-ea"/>
                          <a:cs typeface="+mn-cs"/>
                        </a:rPr>
                      </a:br>
                      <a:r>
                        <a:rPr lang="es-CR" sz="1600" b="0" kern="1200">
                          <a:solidFill>
                            <a:srgbClr val="3F3F3F"/>
                          </a:solidFill>
                          <a:latin typeface="Century Gothic" panose="020B0502020202020204" pitchFamily="34" charset="0"/>
                          <a:ea typeface="+mn-ea"/>
                          <a:cs typeface="+mn-cs"/>
                        </a:rPr>
                        <a:t>Las experiencias deben responder a la edad, desarrollo y conocimientos previos de los estudiantes.</a:t>
                      </a:r>
                    </a:p>
                    <a:p>
                      <a:pPr marL="342900" indent="-342900">
                        <a:buAutoNum type="arabicPeriod"/>
                      </a:pPr>
                      <a:endParaRPr lang="es-CR" sz="1600" b="0" kern="1200">
                        <a:solidFill>
                          <a:srgbClr val="3F3F3F"/>
                        </a:solidFill>
                        <a:latin typeface="Century Gothic" panose="020B0502020202020204" pitchFamily="34" charset="0"/>
                        <a:ea typeface="+mn-ea"/>
                        <a:cs typeface="+mn-cs"/>
                      </a:endParaRPr>
                    </a:p>
                    <a:p>
                      <a:pPr marL="342900" indent="-342900">
                        <a:buFont typeface="+mj-lt"/>
                        <a:buAutoNum type="arabicPeriod"/>
                      </a:pPr>
                      <a:r>
                        <a:rPr lang="es-CR" sz="1600" b="1" kern="1200">
                          <a:solidFill>
                            <a:srgbClr val="3F3F3F"/>
                          </a:solidFill>
                          <a:latin typeface="Century Gothic" panose="020B0502020202020204" pitchFamily="34" charset="0"/>
                          <a:ea typeface="+mn-ea"/>
                          <a:cs typeface="+mn-cs"/>
                        </a:rPr>
                        <a:t>Respetar el indicador de logro del nivel y la progresión entre niveles:</a:t>
                      </a:r>
                      <a:br>
                        <a:rPr lang="es-CR" sz="1600" b="0" kern="1200">
                          <a:solidFill>
                            <a:srgbClr val="3F3F3F"/>
                          </a:solidFill>
                          <a:latin typeface="Century Gothic" panose="020B0502020202020204" pitchFamily="34" charset="0"/>
                          <a:ea typeface="+mn-ea"/>
                          <a:cs typeface="+mn-cs"/>
                        </a:rPr>
                      </a:br>
                      <a:r>
                        <a:rPr lang="es-CR" sz="1600" b="0" kern="1200">
                          <a:solidFill>
                            <a:srgbClr val="3F3F3F"/>
                          </a:solidFill>
                          <a:latin typeface="Century Gothic" panose="020B0502020202020204" pitchFamily="34" charset="0"/>
                          <a:ea typeface="+mn-ea"/>
                          <a:cs typeface="+mn-cs"/>
                        </a:rPr>
                        <a:t>Trabaje con los saberes e indicadores establecidos para el grado y período, respetando la progresión de los aprendizajes.</a:t>
                      </a:r>
                    </a:p>
                    <a:p>
                      <a:pPr marL="342900" indent="-342900">
                        <a:buFont typeface="+mj-lt"/>
                        <a:buAutoNum type="arabicPeriod"/>
                      </a:pPr>
                      <a:endParaRPr lang="es-CR" sz="1600" b="0" kern="1200">
                        <a:solidFill>
                          <a:srgbClr val="3F3F3F"/>
                        </a:solidFill>
                        <a:latin typeface="Century Gothic" panose="020B0502020202020204" pitchFamily="34" charset="0"/>
                        <a:ea typeface="+mn-ea"/>
                        <a:cs typeface="+mn-cs"/>
                      </a:endParaRPr>
                    </a:p>
                    <a:p>
                      <a:pPr marL="342900" indent="-342900">
                        <a:buFont typeface="+mj-lt"/>
                        <a:buAutoNum type="arabicPeriod"/>
                      </a:pPr>
                      <a:r>
                        <a:rPr lang="es-CR" sz="1600" b="1" kern="1200">
                          <a:solidFill>
                            <a:srgbClr val="3F3F3F"/>
                          </a:solidFill>
                          <a:latin typeface="Century Gothic" panose="020B0502020202020204" pitchFamily="34" charset="0"/>
                          <a:ea typeface="+mn-ea"/>
                          <a:cs typeface="+mn-cs"/>
                        </a:rPr>
                        <a:t>Partir del aprendizaje, no de la herramienta:</a:t>
                      </a:r>
                      <a:br>
                        <a:rPr lang="es-CR" sz="1600" b="0" kern="1200">
                          <a:solidFill>
                            <a:srgbClr val="3F3F3F"/>
                          </a:solidFill>
                          <a:latin typeface="Century Gothic" panose="020B0502020202020204" pitchFamily="34" charset="0"/>
                          <a:ea typeface="+mn-ea"/>
                          <a:cs typeface="+mn-cs"/>
                        </a:rPr>
                      </a:br>
                      <a:r>
                        <a:rPr lang="es-CR" sz="1600" b="0" kern="1200">
                          <a:solidFill>
                            <a:srgbClr val="3F3F3F"/>
                          </a:solidFill>
                          <a:latin typeface="Century Gothic" panose="020B0502020202020204" pitchFamily="34" charset="0"/>
                          <a:ea typeface="+mn-ea"/>
                          <a:cs typeface="+mn-cs"/>
                        </a:rPr>
                        <a:t>Pregúntese primero: ¿qué debe aprender y evidenciar el estudiante según el currículo? Luego defina experiencias de aprendizaje, mediación y recursos. </a:t>
                      </a:r>
                      <a:endParaRPr lang="es-CR" sz="1600" b="0" kern="1200">
                        <a:solidFill>
                          <a:srgbClr val="FF0000"/>
                        </a:solidFill>
                        <a:latin typeface="Century Gothic" panose="020B0502020202020204" pitchFamily="34" charset="0"/>
                        <a:ea typeface="+mn-ea"/>
                        <a:cs typeface="+mn-cs"/>
                      </a:endParaRPr>
                    </a:p>
                    <a:p>
                      <a:pPr marL="342900" indent="-342900">
                        <a:buFont typeface="+mj-lt"/>
                        <a:buAutoNum type="arabicPeriod"/>
                      </a:pPr>
                      <a:endParaRPr lang="es-CR" sz="1600" b="0" kern="1200">
                        <a:solidFill>
                          <a:srgbClr val="3F3F3F"/>
                        </a:solidFill>
                        <a:latin typeface="Century Gothic" panose="020B0502020202020204" pitchFamily="34" charset="0"/>
                        <a:ea typeface="+mn-ea"/>
                        <a:cs typeface="+mn-cs"/>
                      </a:endParaRPr>
                    </a:p>
                    <a:p>
                      <a:pPr marL="342900" indent="-342900">
                        <a:buFont typeface="+mj-lt"/>
                        <a:buAutoNum type="arabicPeriod"/>
                      </a:pPr>
                      <a:r>
                        <a:rPr lang="es-CR" sz="1600" b="1" kern="1200">
                          <a:solidFill>
                            <a:srgbClr val="3F3F3F"/>
                          </a:solidFill>
                          <a:latin typeface="Century Gothic" panose="020B0502020202020204" pitchFamily="34" charset="0"/>
                          <a:ea typeface="+mn-ea"/>
                          <a:cs typeface="+mn-cs"/>
                        </a:rPr>
                        <a:t>Para el caso de preescolar, no equiparar automáticamente el nivel básico requerido con Materno Infantil y nivel óptimo con Transición:</a:t>
                      </a:r>
                    </a:p>
                    <a:p>
                      <a:pPr marL="361950" indent="0">
                        <a:buFont typeface="+mj-lt"/>
                        <a:buNone/>
                      </a:pPr>
                      <a:r>
                        <a:rPr lang="es-CR" sz="1600" b="0" kern="1200">
                          <a:solidFill>
                            <a:srgbClr val="3F3F3F"/>
                          </a:solidFill>
                          <a:latin typeface="Century Gothic" panose="020B0502020202020204" pitchFamily="34" charset="0"/>
                          <a:ea typeface="+mn-ea"/>
                          <a:cs typeface="+mn-cs"/>
                        </a:rPr>
                        <a:t>Los </a:t>
                      </a:r>
                      <a:r>
                        <a:rPr lang="es-CR" sz="1600" b="0" i="1" kern="1200">
                          <a:solidFill>
                            <a:srgbClr val="3F3F3F"/>
                          </a:solidFill>
                          <a:latin typeface="Century Gothic" panose="020B0502020202020204" pitchFamily="34" charset="0"/>
                          <a:ea typeface="+mn-ea"/>
                          <a:cs typeface="+mn-cs"/>
                        </a:rPr>
                        <a:t>niveles básico requerido y óptimo representan grados de profundización</a:t>
                      </a:r>
                      <a:r>
                        <a:rPr lang="es-CR" sz="1600" b="0" kern="1200">
                          <a:solidFill>
                            <a:srgbClr val="3F3F3F"/>
                          </a:solidFill>
                          <a:latin typeface="Century Gothic" panose="020B0502020202020204" pitchFamily="34" charset="0"/>
                          <a:ea typeface="+mn-ea"/>
                          <a:cs typeface="+mn-cs"/>
                        </a:rPr>
                        <a:t>. Su selección debe responder al resultado del diagnóstico, el contexto, el tiempo lectivo disponible y el desempeño del grupo. No deben asumirse como una asignación fija por nivel.</a:t>
                      </a:r>
                    </a:p>
                  </a:txBody>
                  <a:tcPr>
                    <a:noFill/>
                  </a:tcPr>
                </a:tc>
                <a:extLst>
                  <a:ext uri="{0D108BD9-81ED-4DB2-BD59-A6C34878D82A}">
                    <a16:rowId xmlns:a16="http://schemas.microsoft.com/office/drawing/2014/main" val="1722741454"/>
                  </a:ext>
                </a:extLst>
              </a:tr>
            </a:tbl>
          </a:graphicData>
        </a:graphic>
      </p:graphicFrame>
    </p:spTree>
    <p:extLst>
      <p:ext uri="{BB962C8B-B14F-4D97-AF65-F5344CB8AC3E}">
        <p14:creationId xmlns:p14="http://schemas.microsoft.com/office/powerpoint/2010/main" val="2915139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4A60-877B-C1BD-F38E-40D516AB8E6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586D830-880D-3EDA-1EF3-14BB8B8FDC3D}"/>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4652EB96-17E7-D8D8-0EEC-E9D6330582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52883" y="435378"/>
            <a:ext cx="5636525" cy="634621"/>
          </a:xfrm>
          <a:prstGeom prst="rect">
            <a:avLst/>
          </a:prstGeom>
        </p:spPr>
      </p:pic>
      <p:sp>
        <p:nvSpPr>
          <p:cNvPr id="11" name="CuadroTexto 10">
            <a:extLst>
              <a:ext uri="{FF2B5EF4-FFF2-40B4-BE49-F238E27FC236}">
                <a16:creationId xmlns:a16="http://schemas.microsoft.com/office/drawing/2014/main" id="{C0407D31-4B07-250B-3561-C0B862BEE6A0}"/>
              </a:ext>
            </a:extLst>
          </p:cNvPr>
          <p:cNvSpPr txBox="1"/>
          <p:nvPr/>
        </p:nvSpPr>
        <p:spPr>
          <a:xfrm>
            <a:off x="1133475" y="460300"/>
            <a:ext cx="10248757"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PUNTO DE PARTIDA PARA EL DISEÑO</a:t>
            </a:r>
            <a:endParaRPr lang="es-CR" sz="3200" b="1">
              <a:solidFill>
                <a:schemeClr val="tx2"/>
              </a:solidFill>
              <a:latin typeface="Baskerville Old Face" panose="02020602080505020303" pitchFamily="18" charset="0"/>
            </a:endParaRPr>
          </a:p>
        </p:txBody>
      </p:sp>
      <p:graphicFrame>
        <p:nvGraphicFramePr>
          <p:cNvPr id="8" name="Tabla 7">
            <a:extLst>
              <a:ext uri="{FF2B5EF4-FFF2-40B4-BE49-F238E27FC236}">
                <a16:creationId xmlns:a16="http://schemas.microsoft.com/office/drawing/2014/main" id="{A134E1E2-0F8E-8852-A8AA-5061439ABB85}"/>
              </a:ext>
            </a:extLst>
          </p:cNvPr>
          <p:cNvGraphicFramePr>
            <a:graphicFrameLocks noGrp="1"/>
          </p:cNvGraphicFramePr>
          <p:nvPr>
            <p:extLst>
              <p:ext uri="{D42A27DB-BD31-4B8C-83A1-F6EECF244321}">
                <p14:modId xmlns:p14="http://schemas.microsoft.com/office/powerpoint/2010/main" val="3052893291"/>
              </p:ext>
            </p:extLst>
          </p:nvPr>
        </p:nvGraphicFramePr>
        <p:xfrm>
          <a:off x="416960" y="1325880"/>
          <a:ext cx="11134338" cy="4480560"/>
        </p:xfrm>
        <a:graphic>
          <a:graphicData uri="http://schemas.openxmlformats.org/drawingml/2006/table">
            <a:tbl>
              <a:tblPr firstRow="1" bandRow="1">
                <a:tableStyleId>{5C22544A-7EE6-4342-B048-85BDC9FD1C3A}</a:tableStyleId>
              </a:tblPr>
              <a:tblGrid>
                <a:gridCol w="944477">
                  <a:extLst>
                    <a:ext uri="{9D8B030D-6E8A-4147-A177-3AD203B41FA5}">
                      <a16:colId xmlns:a16="http://schemas.microsoft.com/office/drawing/2014/main" val="1081707012"/>
                    </a:ext>
                  </a:extLst>
                </a:gridCol>
                <a:gridCol w="10189861">
                  <a:extLst>
                    <a:ext uri="{9D8B030D-6E8A-4147-A177-3AD203B41FA5}">
                      <a16:colId xmlns:a16="http://schemas.microsoft.com/office/drawing/2014/main" val="601040352"/>
                    </a:ext>
                  </a:extLst>
                </a:gridCol>
              </a:tblGrid>
              <a:tr h="3607973">
                <a:tc>
                  <a:txBody>
                    <a:bodyPr/>
                    <a:lstStyle/>
                    <a:p>
                      <a:pPr marL="0" indent="0" algn="ctr">
                        <a:buFontTx/>
                        <a:buNone/>
                      </a:pPr>
                      <a:r>
                        <a:rPr lang="es-CR" b="1">
                          <a:latin typeface="Century Gothic" panose="020B0502020202020204" pitchFamily="34" charset="0"/>
                        </a:rPr>
                        <a:t>Criterios para diseñar las experiencias de aprendizaje</a:t>
                      </a:r>
                    </a:p>
                    <a:p>
                      <a:pPr marL="342900" indent="-342900">
                        <a:buFont typeface="+mj-lt"/>
                        <a:buAutoNum type="arabicPeriod"/>
                      </a:pPr>
                      <a:endParaRPr lang="es-CR"/>
                    </a:p>
                  </a:txBody>
                  <a:tcPr vert="vert270">
                    <a:solidFill>
                      <a:srgbClr val="042477"/>
                    </a:solidFill>
                  </a:tcPr>
                </a:tc>
                <a:tc>
                  <a:txBody>
                    <a:bodyPr/>
                    <a:lstStyle/>
                    <a:p>
                      <a:pPr marL="342900" indent="-342900">
                        <a:buFont typeface="+mj-lt"/>
                        <a:buAutoNum type="arabicPeriod"/>
                      </a:pPr>
                      <a:r>
                        <a:rPr lang="es-CR" sz="1800" kern="1200" noProof="0">
                          <a:solidFill>
                            <a:schemeClr val="tx1"/>
                          </a:solidFill>
                          <a:latin typeface="Century Gothic" panose="020B0502020202020204" pitchFamily="34" charset="0"/>
                          <a:ea typeface="+mn-ea"/>
                          <a:cs typeface="+mn-cs"/>
                        </a:rPr>
                        <a:t>Integrar las áreas de conocimiento y los indicadores de logro en experiencias significativas:</a:t>
                      </a:r>
                      <a:endParaRPr lang="es-CR" sz="1800" b="0" kern="1200" noProof="0">
                        <a:solidFill>
                          <a:schemeClr val="tx1"/>
                        </a:solidFill>
                        <a:latin typeface="Century Gothic" panose="020B0502020202020204" pitchFamily="34" charset="0"/>
                        <a:ea typeface="+mn-ea"/>
                        <a:cs typeface="+mn-cs"/>
                      </a:endParaRPr>
                    </a:p>
                    <a:p>
                      <a:pPr marL="361950" marR="0" lvl="0" indent="0" algn="l" defTabSz="914400" rtl="0" eaLnBrk="1" fontAlgn="auto" latinLnBrk="0" hangingPunct="1">
                        <a:lnSpc>
                          <a:spcPct val="100000"/>
                        </a:lnSpc>
                        <a:spcBef>
                          <a:spcPts val="0"/>
                        </a:spcBef>
                        <a:spcAft>
                          <a:spcPts val="0"/>
                        </a:spcAft>
                        <a:buClrTx/>
                        <a:buSzTx/>
                        <a:buFont typeface="+mj-lt"/>
                        <a:buNone/>
                        <a:tabLst/>
                        <a:defRPr/>
                      </a:pPr>
                      <a:r>
                        <a:rPr lang="es-CR" sz="1800" b="0" kern="1200" noProof="0">
                          <a:solidFill>
                            <a:srgbClr val="3F3F3F"/>
                          </a:solidFill>
                          <a:latin typeface="Century Gothic" panose="020B0502020202020204" pitchFamily="34" charset="0"/>
                          <a:ea typeface="+mn-ea"/>
                          <a:cs typeface="+mn-cs"/>
                        </a:rPr>
                        <a:t>Los saberes conceptuales, procedimentales y actitudinales deben articularse dentro de situaciones de aprendizaje con sentido. No es necesario convertir cada saber en una actividad aislada. Por ejemplo, en Preescolar una misma experiencia puede integrar secuencia, lateralidad, evento, patrones, comunicación, colaboración y creatividad</a:t>
                      </a:r>
                      <a:r>
                        <a:rPr lang="es-CR" sz="1800" b="0" kern="1200">
                          <a:solidFill>
                            <a:srgbClr val="3F3F3F"/>
                          </a:solidFill>
                          <a:latin typeface="Century Gothic" panose="020B0502020202020204" pitchFamily="34" charset="0"/>
                          <a:ea typeface="+mn-ea"/>
                          <a:cs typeface="+mn-cs"/>
                        </a:rPr>
                        <a:t>.</a:t>
                      </a:r>
                      <a:endParaRPr lang="es-CR" sz="1800" b="0" kern="1200" noProof="0">
                        <a:solidFill>
                          <a:srgbClr val="3F3F3F"/>
                        </a:solidFill>
                        <a:latin typeface="Century Gothic" panose="020B0502020202020204" pitchFamily="34" charset="0"/>
                        <a:ea typeface="+mn-ea"/>
                        <a:cs typeface="+mn-cs"/>
                      </a:endParaRPr>
                    </a:p>
                    <a:p>
                      <a:pPr marL="361950" indent="0">
                        <a:buFont typeface="+mj-lt"/>
                        <a:buNone/>
                      </a:pPr>
                      <a:endParaRPr lang="es-CR" sz="1800" b="0" kern="1200">
                        <a:solidFill>
                          <a:srgbClr val="3F3F3F"/>
                        </a:solidFill>
                        <a:latin typeface="Century Gothic" panose="020B0502020202020204" pitchFamily="34" charset="0"/>
                        <a:ea typeface="+mn-ea"/>
                        <a:cs typeface="+mn-cs"/>
                      </a:endParaRPr>
                    </a:p>
                    <a:p>
                      <a:pPr marL="342900" indent="-342900">
                        <a:buFont typeface="+mj-lt"/>
                        <a:buAutoNum type="arabicPeriod" startAt="2"/>
                      </a:pPr>
                      <a:r>
                        <a:rPr lang="es-CR" sz="1800" b="1" kern="1200">
                          <a:solidFill>
                            <a:srgbClr val="3F3F3F"/>
                          </a:solidFill>
                          <a:latin typeface="Century Gothic" panose="020B0502020202020204" pitchFamily="34" charset="0"/>
                          <a:ea typeface="+mn-ea"/>
                          <a:cs typeface="+mn-cs"/>
                        </a:rPr>
                        <a:t>Diseñar experiencias centradas en la acción del estudiante:</a:t>
                      </a:r>
                      <a:br>
                        <a:rPr lang="es-CR" sz="1800" b="0" kern="1200">
                          <a:solidFill>
                            <a:srgbClr val="3F3F3F"/>
                          </a:solidFill>
                          <a:latin typeface="Century Gothic" panose="020B0502020202020204" pitchFamily="34" charset="0"/>
                          <a:ea typeface="+mn-ea"/>
                          <a:cs typeface="+mn-cs"/>
                        </a:rPr>
                      </a:br>
                      <a:r>
                        <a:rPr lang="es-CR" sz="1800" b="0" kern="1200">
                          <a:solidFill>
                            <a:srgbClr val="3F3F3F"/>
                          </a:solidFill>
                          <a:latin typeface="Century Gothic" panose="020B0502020202020204" pitchFamily="34" charset="0"/>
                          <a:ea typeface="+mn-ea"/>
                          <a:cs typeface="+mn-cs"/>
                        </a:rPr>
                        <a:t>Proponga experiencias que permitan explorar, probar, ajustar, crear y explicar, junto con evidencias observables que valoren el logro del indicador.</a:t>
                      </a:r>
                    </a:p>
                    <a:p>
                      <a:pPr marL="342900" indent="-342900">
                        <a:buFont typeface="+mj-lt"/>
                        <a:buAutoNum type="arabicPeriod" startAt="2"/>
                      </a:pPr>
                      <a:endParaRPr lang="es-CR" sz="1800" b="0" kern="1200">
                        <a:solidFill>
                          <a:srgbClr val="3F3F3F"/>
                        </a:solidFill>
                        <a:latin typeface="Century Gothic" panose="020B0502020202020204" pitchFamily="34" charset="0"/>
                        <a:ea typeface="+mn-ea"/>
                        <a:cs typeface="+mn-cs"/>
                      </a:endParaRPr>
                    </a:p>
                    <a:p>
                      <a:pPr marL="342900" indent="-342900">
                        <a:buFont typeface="+mj-lt"/>
                        <a:buAutoNum type="arabicPeriod" startAt="2"/>
                      </a:pPr>
                      <a:r>
                        <a:rPr lang="es-CR" sz="1800" b="1" kern="1200">
                          <a:solidFill>
                            <a:srgbClr val="3F3F3F"/>
                          </a:solidFill>
                          <a:latin typeface="Century Gothic" panose="020B0502020202020204" pitchFamily="34" charset="0"/>
                          <a:ea typeface="+mn-ea"/>
                          <a:cs typeface="+mn-cs"/>
                        </a:rPr>
                        <a:t>Integrar los ejes transversales:</a:t>
                      </a:r>
                    </a:p>
                    <a:p>
                      <a:pPr marL="361950" indent="0">
                        <a:buFont typeface="+mj-lt"/>
                        <a:buNone/>
                      </a:pPr>
                      <a:r>
                        <a:rPr lang="es-CR" sz="1800" b="0" kern="1200">
                          <a:solidFill>
                            <a:srgbClr val="3F3F3F"/>
                          </a:solidFill>
                          <a:latin typeface="Century Gothic" panose="020B0502020202020204" pitchFamily="34" charset="0"/>
                          <a:ea typeface="+mn-ea"/>
                          <a:cs typeface="+mn-cs"/>
                        </a:rPr>
                        <a:t>Incorpore acciones para el desarrollo de los ejes transversales,</a:t>
                      </a:r>
                    </a:p>
                    <a:p>
                      <a:pPr marL="361950" indent="0">
                        <a:buFont typeface="+mj-lt"/>
                        <a:buNone/>
                      </a:pPr>
                      <a:r>
                        <a:rPr lang="es-CR" sz="1800" b="0" kern="1200">
                          <a:solidFill>
                            <a:srgbClr val="3F3F3F"/>
                          </a:solidFill>
                          <a:latin typeface="Century Gothic" panose="020B0502020202020204" pitchFamily="34" charset="0"/>
                          <a:ea typeface="+mn-ea"/>
                          <a:cs typeface="+mn-cs"/>
                        </a:rPr>
                        <a:t>articuladas de manera pertinente con las experiencias de </a:t>
                      </a:r>
                    </a:p>
                    <a:p>
                      <a:pPr marL="361950" indent="0">
                        <a:buFont typeface="+mj-lt"/>
                        <a:buNone/>
                      </a:pPr>
                      <a:r>
                        <a:rPr lang="es-CR" sz="1800" b="0" kern="1200">
                          <a:solidFill>
                            <a:srgbClr val="3F3F3F"/>
                          </a:solidFill>
                          <a:latin typeface="Century Gothic" panose="020B0502020202020204" pitchFamily="34" charset="0"/>
                          <a:ea typeface="+mn-ea"/>
                          <a:cs typeface="+mn-cs"/>
                        </a:rPr>
                        <a:t>aprendizaje.</a:t>
                      </a:r>
                      <a:endParaRPr lang="es-CR" sz="1800" b="0" kern="1200" noProof="0">
                        <a:solidFill>
                          <a:srgbClr val="3F3F3F"/>
                        </a:solidFill>
                        <a:latin typeface="Century Gothic" panose="020B0502020202020204" pitchFamily="34" charset="0"/>
                        <a:ea typeface="+mn-ea"/>
                        <a:cs typeface="+mn-cs"/>
                      </a:endParaRPr>
                    </a:p>
                  </a:txBody>
                  <a:tcPr>
                    <a:noFill/>
                  </a:tcPr>
                </a:tc>
                <a:extLst>
                  <a:ext uri="{0D108BD9-81ED-4DB2-BD59-A6C34878D82A}">
                    <a16:rowId xmlns:a16="http://schemas.microsoft.com/office/drawing/2014/main" val="1722741454"/>
                  </a:ext>
                </a:extLst>
              </a:tr>
            </a:tbl>
          </a:graphicData>
        </a:graphic>
      </p:graphicFrame>
      <p:pic>
        <p:nvPicPr>
          <p:cNvPr id="3" name="Imagen 2">
            <a:extLst>
              <a:ext uri="{FF2B5EF4-FFF2-40B4-BE49-F238E27FC236}">
                <a16:creationId xmlns:a16="http://schemas.microsoft.com/office/drawing/2014/main" id="{A55EC99A-708D-1C8B-D7FB-20EE5D60A77B}"/>
              </a:ext>
            </a:extLst>
          </p:cNvPr>
          <p:cNvPicPr>
            <a:picLocks noChangeAspect="1"/>
          </p:cNvPicPr>
          <p:nvPr/>
        </p:nvPicPr>
        <p:blipFill>
          <a:blip r:embed="rId5">
            <a:clrChange>
              <a:clrFrom>
                <a:srgbClr val="FDFDFD"/>
              </a:clrFrom>
              <a:clrTo>
                <a:srgbClr val="FDFDFD">
                  <a:alpha val="0"/>
                </a:srgbClr>
              </a:clrTo>
            </a:clrChange>
            <a:extLst>
              <a:ext uri="{28A0092B-C50C-407E-A947-70E740481C1C}">
                <a14:useLocalDpi xmlns:a14="http://schemas.microsoft.com/office/drawing/2010/main" val="0"/>
              </a:ext>
            </a:extLst>
          </a:blip>
          <a:srcRect t="8091" b="9374"/>
          <a:stretch>
            <a:fillRect/>
          </a:stretch>
        </p:blipFill>
        <p:spPr>
          <a:xfrm>
            <a:off x="8675656" y="4453896"/>
            <a:ext cx="3516344" cy="1633349"/>
          </a:xfrm>
          <a:prstGeom prst="rect">
            <a:avLst/>
          </a:prstGeom>
        </p:spPr>
      </p:pic>
    </p:spTree>
    <p:extLst>
      <p:ext uri="{BB962C8B-B14F-4D97-AF65-F5344CB8AC3E}">
        <p14:creationId xmlns:p14="http://schemas.microsoft.com/office/powerpoint/2010/main" val="2541870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4D4DC54-EBD1-0543-B886-BBB3876A5D08}"/>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6" name="Gráfico 5">
            <a:extLst>
              <a:ext uri="{FF2B5EF4-FFF2-40B4-BE49-F238E27FC236}">
                <a16:creationId xmlns:a16="http://schemas.microsoft.com/office/drawing/2014/main" id="{C1385204-A1E2-669F-3303-E6F054004B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8913" y="385984"/>
            <a:ext cx="5873087" cy="759805"/>
          </a:xfrm>
          <a:prstGeom prst="rect">
            <a:avLst/>
          </a:prstGeom>
        </p:spPr>
      </p:pic>
      <p:sp>
        <p:nvSpPr>
          <p:cNvPr id="7" name="CuadroTexto 6">
            <a:extLst>
              <a:ext uri="{FF2B5EF4-FFF2-40B4-BE49-F238E27FC236}">
                <a16:creationId xmlns:a16="http://schemas.microsoft.com/office/drawing/2014/main" id="{4D2A88A8-E75C-A892-E542-5BE7EBA4D1D8}"/>
              </a:ext>
            </a:extLst>
          </p:cNvPr>
          <p:cNvSpPr txBox="1"/>
          <p:nvPr/>
        </p:nvSpPr>
        <p:spPr>
          <a:xfrm>
            <a:off x="6623713" y="473498"/>
            <a:ext cx="5402384" cy="584775"/>
          </a:xfrm>
          <a:prstGeom prst="rect">
            <a:avLst/>
          </a:prstGeom>
          <a:noFill/>
        </p:spPr>
        <p:txBody>
          <a:bodyPr wrap="square" rtlCol="0">
            <a:spAutoFit/>
          </a:bodyPr>
          <a:lstStyle/>
          <a:p>
            <a:pPr algn="ctr"/>
            <a:r>
              <a:rPr lang="es-CR" sz="3200" b="1">
                <a:solidFill>
                  <a:schemeClr val="tx2"/>
                </a:solidFill>
                <a:latin typeface="Baskerville Old Face" panose="02020602080505020303" pitchFamily="18" charset="0"/>
              </a:rPr>
              <a:t>REGLA DE ORO</a:t>
            </a:r>
          </a:p>
        </p:txBody>
      </p:sp>
      <p:pic>
        <p:nvPicPr>
          <p:cNvPr id="3" name="Imagen 2">
            <a:extLst>
              <a:ext uri="{FF2B5EF4-FFF2-40B4-BE49-F238E27FC236}">
                <a16:creationId xmlns:a16="http://schemas.microsoft.com/office/drawing/2014/main" id="{177FBA4B-66A7-82C6-595C-46BE7E63FD77}"/>
              </a:ext>
            </a:extLst>
          </p:cNvPr>
          <p:cNvPicPr>
            <a:picLocks noChangeAspect="1"/>
          </p:cNvPicPr>
          <p:nvPr/>
        </p:nvPicPr>
        <p:blipFill>
          <a:blip r:embed="rId5">
            <a:extLst>
              <a:ext uri="{28A0092B-C50C-407E-A947-70E740481C1C}">
                <a14:useLocalDpi xmlns:a14="http://schemas.microsoft.com/office/drawing/2010/main" val="0"/>
              </a:ext>
            </a:extLst>
          </a:blip>
          <a:srcRect t="14337"/>
          <a:stretch>
            <a:fillRect/>
          </a:stretch>
        </p:blipFill>
        <p:spPr>
          <a:xfrm>
            <a:off x="1270792" y="1615261"/>
            <a:ext cx="9433298" cy="4547897"/>
          </a:xfrm>
          <a:prstGeom prst="rect">
            <a:avLst/>
          </a:prstGeom>
        </p:spPr>
      </p:pic>
    </p:spTree>
    <p:extLst>
      <p:ext uri="{BB962C8B-B14F-4D97-AF65-F5344CB8AC3E}">
        <p14:creationId xmlns:p14="http://schemas.microsoft.com/office/powerpoint/2010/main" val="3583910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B450-8269-5DF4-8CA5-2BD0D57DDC6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8DF8FF3-F5EF-4977-7494-BAE854522C3C}"/>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6" name="Gráfico 5">
            <a:extLst>
              <a:ext uri="{FF2B5EF4-FFF2-40B4-BE49-F238E27FC236}">
                <a16:creationId xmlns:a16="http://schemas.microsoft.com/office/drawing/2014/main" id="{C9F959E5-363C-3E55-AC10-8CC70D1323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8690" y="385984"/>
            <a:ext cx="7473311" cy="759805"/>
          </a:xfrm>
          <a:prstGeom prst="rect">
            <a:avLst/>
          </a:prstGeom>
        </p:spPr>
      </p:pic>
      <p:sp>
        <p:nvSpPr>
          <p:cNvPr id="7" name="CuadroTexto 6">
            <a:extLst>
              <a:ext uri="{FF2B5EF4-FFF2-40B4-BE49-F238E27FC236}">
                <a16:creationId xmlns:a16="http://schemas.microsoft.com/office/drawing/2014/main" id="{25DC1FE6-0727-4509-C278-86633C343DAF}"/>
              </a:ext>
            </a:extLst>
          </p:cNvPr>
          <p:cNvSpPr txBox="1"/>
          <p:nvPr/>
        </p:nvSpPr>
        <p:spPr>
          <a:xfrm>
            <a:off x="4718690" y="473498"/>
            <a:ext cx="7392446" cy="584775"/>
          </a:xfrm>
          <a:prstGeom prst="rect">
            <a:avLst/>
          </a:prstGeom>
          <a:noFill/>
        </p:spPr>
        <p:txBody>
          <a:bodyPr wrap="square" rtlCol="0">
            <a:spAutoFit/>
          </a:bodyPr>
          <a:lstStyle/>
          <a:p>
            <a:pPr algn="ctr"/>
            <a:r>
              <a:rPr lang="es-CR" sz="3200" b="1">
                <a:solidFill>
                  <a:schemeClr val="tx2"/>
                </a:solidFill>
                <a:latin typeface="Baskerville Old Face" panose="02020602080505020303" pitchFamily="18" charset="0"/>
              </a:rPr>
              <a:t>QUÉ SE PUEDE CONTEXTUALIZAR</a:t>
            </a:r>
          </a:p>
        </p:txBody>
      </p:sp>
      <p:pic>
        <p:nvPicPr>
          <p:cNvPr id="2055" name="Imagen 2054">
            <a:extLst>
              <a:ext uri="{FF2B5EF4-FFF2-40B4-BE49-F238E27FC236}">
                <a16:creationId xmlns:a16="http://schemas.microsoft.com/office/drawing/2014/main" id="{E9AE8146-A578-A906-2A44-E5BE9FF57210}"/>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48949" t="16715" r="20753" b="45807"/>
          <a:stretch>
            <a:fillRect/>
          </a:stretch>
        </p:blipFill>
        <p:spPr>
          <a:xfrm>
            <a:off x="8076761" y="1771650"/>
            <a:ext cx="3181175" cy="2623368"/>
          </a:xfrm>
          <a:prstGeom prst="rect">
            <a:avLst/>
          </a:prstGeom>
        </p:spPr>
      </p:pic>
      <p:pic>
        <p:nvPicPr>
          <p:cNvPr id="3" name="Imagen 2">
            <a:extLst>
              <a:ext uri="{FF2B5EF4-FFF2-40B4-BE49-F238E27FC236}">
                <a16:creationId xmlns:a16="http://schemas.microsoft.com/office/drawing/2014/main" id="{F1776DE5-C208-C5F2-E835-8E8961030DB7}"/>
              </a:ext>
            </a:extLst>
          </p:cNvPr>
          <p:cNvPicPr>
            <a:picLocks noChangeAspect="1"/>
          </p:cNvPicPr>
          <p:nvPr/>
        </p:nvPicPr>
        <p:blipFill>
          <a:blip r:embed="rId5">
            <a:extLst>
              <a:ext uri="{28A0092B-C50C-407E-A947-70E740481C1C}">
                <a14:useLocalDpi xmlns:a14="http://schemas.microsoft.com/office/drawing/2010/main" val="0"/>
              </a:ext>
            </a:extLst>
          </a:blip>
          <a:srcRect l="2875" t="12043" r="59594"/>
          <a:stretch>
            <a:fillRect/>
          </a:stretch>
        </p:blipFill>
        <p:spPr>
          <a:xfrm>
            <a:off x="456003" y="1058272"/>
            <a:ext cx="3288683" cy="5138217"/>
          </a:xfrm>
          <a:prstGeom prst="rect">
            <a:avLst/>
          </a:prstGeom>
        </p:spPr>
      </p:pic>
      <p:pic>
        <p:nvPicPr>
          <p:cNvPr id="8" name="Imagen 7">
            <a:extLst>
              <a:ext uri="{FF2B5EF4-FFF2-40B4-BE49-F238E27FC236}">
                <a16:creationId xmlns:a16="http://schemas.microsoft.com/office/drawing/2014/main" id="{2BAA1C97-E8ED-3B91-39E1-8EE6C91DD28A}"/>
              </a:ext>
            </a:extLst>
          </p:cNvPr>
          <p:cNvPicPr>
            <a:picLocks noChangeAspect="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l="43228" t="59471" r="5979"/>
          <a:stretch>
            <a:fillRect/>
          </a:stretch>
        </p:blipFill>
        <p:spPr>
          <a:xfrm>
            <a:off x="4705978" y="2657162"/>
            <a:ext cx="5530600" cy="2941972"/>
          </a:xfrm>
          <a:prstGeom prst="rect">
            <a:avLst/>
          </a:prstGeom>
        </p:spPr>
      </p:pic>
    </p:spTree>
    <p:extLst>
      <p:ext uri="{BB962C8B-B14F-4D97-AF65-F5344CB8AC3E}">
        <p14:creationId xmlns:p14="http://schemas.microsoft.com/office/powerpoint/2010/main" val="2324513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A978F-8A59-0F41-AC7A-9F0F6C72AC1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A204E14-E5D6-EC3C-B0B8-600009FD811D}"/>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DD22DFBE-ABE0-43C7-F46E-5D30B1E36C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3892" y="285767"/>
            <a:ext cx="7051994" cy="634621"/>
          </a:xfrm>
          <a:prstGeom prst="rect">
            <a:avLst/>
          </a:prstGeom>
        </p:spPr>
      </p:pic>
      <p:sp>
        <p:nvSpPr>
          <p:cNvPr id="11" name="CuadroTexto 10">
            <a:extLst>
              <a:ext uri="{FF2B5EF4-FFF2-40B4-BE49-F238E27FC236}">
                <a16:creationId xmlns:a16="http://schemas.microsoft.com/office/drawing/2014/main" id="{7CDEA06A-04DA-699C-FE9A-03FD04C32711}"/>
              </a:ext>
            </a:extLst>
          </p:cNvPr>
          <p:cNvSpPr txBox="1"/>
          <p:nvPr/>
        </p:nvSpPr>
        <p:spPr>
          <a:xfrm>
            <a:off x="1746778" y="310691"/>
            <a:ext cx="8619532" cy="584775"/>
          </a:xfrm>
          <a:prstGeom prst="rect">
            <a:avLst/>
          </a:prstGeom>
          <a:noFill/>
        </p:spPr>
        <p:txBody>
          <a:bodyPr wrap="square" rtlCol="0">
            <a:spAutoFit/>
          </a:bodyPr>
          <a:lstStyle/>
          <a:p>
            <a:pPr algn="ctr"/>
            <a:r>
              <a:rPr lang="es-CR" sz="3200" b="1">
                <a:solidFill>
                  <a:schemeClr val="tx2"/>
                </a:solidFill>
                <a:latin typeface="Baskerville Old Face" panose="02020602080505020303" pitchFamily="18" charset="0"/>
              </a:rPr>
              <a:t>EJEMPLO SECUENCIA DIDÁCTICA</a:t>
            </a:r>
          </a:p>
        </p:txBody>
      </p:sp>
      <p:pic>
        <p:nvPicPr>
          <p:cNvPr id="2" name="Imagen 1">
            <a:extLst>
              <a:ext uri="{FF2B5EF4-FFF2-40B4-BE49-F238E27FC236}">
                <a16:creationId xmlns:a16="http://schemas.microsoft.com/office/drawing/2014/main" id="{DD244A8E-CB4B-C145-A88E-332EED89F45A}"/>
              </a:ext>
              <a:ext uri="{C183D7F6-B498-43B3-948B-1728B52AA6E4}">
                <adec:decorative xmlns:adec="http://schemas.microsoft.com/office/drawing/2017/decorative" val="1"/>
              </a:ext>
            </a:extLst>
          </p:cNvPr>
          <p:cNvPicPr>
            <a:picLocks noChangeAspect="1"/>
          </p:cNvPicPr>
          <p:nvPr/>
        </p:nvPicPr>
        <p:blipFill>
          <a:blip r:embed="rId4"/>
          <a:srcRect t="7988" b="2730"/>
          <a:stretch>
            <a:fillRect/>
          </a:stretch>
        </p:blipFill>
        <p:spPr>
          <a:xfrm>
            <a:off x="1483436" y="1010892"/>
            <a:ext cx="9225128" cy="5149278"/>
          </a:xfrm>
          <a:prstGeom prst="rect">
            <a:avLst/>
          </a:prstGeom>
        </p:spPr>
      </p:pic>
    </p:spTree>
    <p:extLst>
      <p:ext uri="{BB962C8B-B14F-4D97-AF65-F5344CB8AC3E}">
        <p14:creationId xmlns:p14="http://schemas.microsoft.com/office/powerpoint/2010/main" val="4027110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898B-26EF-2898-1120-864646873EA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C819437-0A94-F333-C9C9-F8898D85E8DA}"/>
              </a:ext>
            </a:extLst>
          </p:cNvPr>
          <p:cNvPicPr>
            <a:picLocks noChangeAspect="1"/>
          </p:cNvPicPr>
          <p:nvPr/>
        </p:nvPicPr>
        <p:blipFill>
          <a:blip r:embed="rId3">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0" name="Gráfico 9">
            <a:extLst>
              <a:ext uri="{FF2B5EF4-FFF2-40B4-BE49-F238E27FC236}">
                <a16:creationId xmlns:a16="http://schemas.microsoft.com/office/drawing/2014/main" id="{5AD40B2E-C493-F69D-2973-8689CF7D4D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0922" y="207319"/>
            <a:ext cx="7850156" cy="634621"/>
          </a:xfrm>
          <a:prstGeom prst="rect">
            <a:avLst/>
          </a:prstGeom>
        </p:spPr>
      </p:pic>
      <p:sp>
        <p:nvSpPr>
          <p:cNvPr id="11" name="CuadroTexto 10">
            <a:extLst>
              <a:ext uri="{FF2B5EF4-FFF2-40B4-BE49-F238E27FC236}">
                <a16:creationId xmlns:a16="http://schemas.microsoft.com/office/drawing/2014/main" id="{66643E5F-7186-4E45-BA44-F2EBA4587564}"/>
              </a:ext>
            </a:extLst>
          </p:cNvPr>
          <p:cNvSpPr txBox="1"/>
          <p:nvPr/>
        </p:nvSpPr>
        <p:spPr>
          <a:xfrm>
            <a:off x="2080849" y="232241"/>
            <a:ext cx="8030302" cy="584775"/>
          </a:xfrm>
          <a:prstGeom prst="rect">
            <a:avLst/>
          </a:prstGeom>
          <a:noFill/>
        </p:spPr>
        <p:txBody>
          <a:bodyPr wrap="square" rtlCol="0">
            <a:spAutoFit/>
          </a:bodyPr>
          <a:lstStyle/>
          <a:p>
            <a:pPr algn="ctr"/>
            <a:r>
              <a:rPr lang="es-ES" sz="3200" b="1">
                <a:solidFill>
                  <a:schemeClr val="tx2"/>
                </a:solidFill>
                <a:latin typeface="Baskerville Old Face" panose="02020602080505020303" pitchFamily="18" charset="0"/>
              </a:rPr>
              <a:t>LISTA DE CONTROL DISEÑADORES</a:t>
            </a:r>
            <a:endParaRPr lang="es-CR" sz="3200" b="1">
              <a:solidFill>
                <a:schemeClr val="tx2"/>
              </a:solidFill>
              <a:latin typeface="Baskerville Old Face" panose="02020602080505020303" pitchFamily="18" charset="0"/>
            </a:endParaRPr>
          </a:p>
        </p:txBody>
      </p:sp>
      <p:sp>
        <p:nvSpPr>
          <p:cNvPr id="5" name="CuadroTexto 4">
            <a:extLst>
              <a:ext uri="{FF2B5EF4-FFF2-40B4-BE49-F238E27FC236}">
                <a16:creationId xmlns:a16="http://schemas.microsoft.com/office/drawing/2014/main" id="{489EE2A5-8BB2-C4B5-6F47-B87D7980FB5E}"/>
              </a:ext>
            </a:extLst>
          </p:cNvPr>
          <p:cNvSpPr txBox="1"/>
          <p:nvPr/>
        </p:nvSpPr>
        <p:spPr>
          <a:xfrm>
            <a:off x="299279" y="1120179"/>
            <a:ext cx="11587921" cy="4640950"/>
          </a:xfrm>
          <a:prstGeom prst="rect">
            <a:avLst/>
          </a:prstGeom>
          <a:noFill/>
        </p:spPr>
        <p:txBody>
          <a:bodyPr wrap="square">
            <a:spAutoFit/>
          </a:bodyPr>
          <a:lstStyle/>
          <a:p>
            <a:pPr>
              <a:lnSpc>
                <a:spcPct val="130000"/>
              </a:lnSpc>
              <a:spcBef>
                <a:spcPts val="720"/>
              </a:spcBef>
              <a:spcAft>
                <a:spcPts val="720"/>
              </a:spcAft>
              <a:buNone/>
            </a:pPr>
            <a:r>
              <a:rPr lang="es-CR" sz="2000" b="1" kern="100">
                <a:effectLst/>
                <a:latin typeface="Century Gothic" panose="020B0502020202020204" pitchFamily="34" charset="0"/>
                <a:ea typeface="Aptos" panose="020B0004020202020204" pitchFamily="34" charset="0"/>
                <a:cs typeface="Segoe UI Symbol" panose="020B0502040204020203" pitchFamily="34" charset="0"/>
              </a:rPr>
              <a:t>El planeamiento:</a:t>
            </a:r>
          </a:p>
          <a:p>
            <a:pPr>
              <a:lnSpc>
                <a:spcPct val="130000"/>
              </a:lnSpc>
              <a:spcBef>
                <a:spcPts val="720"/>
              </a:spcBef>
              <a:spcAft>
                <a:spcPts val="1200"/>
              </a:spcAft>
              <a:buNone/>
            </a:pP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Corresponde al nivel asignado.</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Respeta los saberes e indicadores establecidos.</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Mantiene la progresi</a:t>
            </a:r>
            <a:r>
              <a:rPr lang="es-CR" sz="2000" kern="100">
                <a:effectLst/>
                <a:latin typeface="Century Gothic" panose="020B0502020202020204" pitchFamily="34" charset="0"/>
                <a:ea typeface="Aptos" panose="020B0004020202020204" pitchFamily="34" charset="0"/>
                <a:cs typeface="Poppins" panose="00000500000000000000" pitchFamily="2" charset="0"/>
              </a:rPr>
              <a:t>ó</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n curricular.</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Parte del indicador de logro y no de una herramienta.</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Integra saberes de al menos dos áreas </a:t>
            </a:r>
            <a:r>
              <a:rPr lang="es-CR" sz="2000" kern="100">
                <a:latin typeface="Century Gothic" panose="020B0502020202020204" pitchFamily="34" charset="0"/>
                <a:ea typeface="Aptos" panose="020B0004020202020204" pitchFamily="34" charset="0"/>
                <a:cs typeface="Times New Roman" panose="02020603050405020304" pitchFamily="18" charset="0"/>
              </a:rPr>
              <a:t>de conocimiento. </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Propone experiencias adecuadas </a:t>
            </a:r>
            <a:r>
              <a:rPr lang="es-CR" sz="2000" kern="100">
                <a:latin typeface="Century Gothic" panose="020B0502020202020204" pitchFamily="34" charset="0"/>
                <a:ea typeface="Aptos" panose="020B0004020202020204" pitchFamily="34" charset="0"/>
                <a:cs typeface="Times New Roman" panose="02020603050405020304" pitchFamily="18" charset="0"/>
              </a:rPr>
              <a:t>con </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la edad.</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Permite o sugiere contextualizaci</a:t>
            </a:r>
            <a:r>
              <a:rPr lang="es-CR" sz="2000" kern="100">
                <a:effectLst/>
                <a:latin typeface="Century Gothic" panose="020B0502020202020204" pitchFamily="34" charset="0"/>
                <a:ea typeface="Aptos" panose="020B0004020202020204" pitchFamily="34" charset="0"/>
                <a:cs typeface="Poppins" panose="00000500000000000000" pitchFamily="2" charset="0"/>
              </a:rPr>
              <a:t>ó</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n (notas docentes)</a:t>
            </a:r>
            <a:r>
              <a:rPr lang="es-CR" sz="2000" kern="100">
                <a:latin typeface="Century Gothic" panose="020B0502020202020204" pitchFamily="34" charset="0"/>
                <a:ea typeface="Aptos" panose="020B0004020202020204" pitchFamily="34" charset="0"/>
                <a:cs typeface="Times New Roman" panose="02020603050405020304" pitchFamily="18" charset="0"/>
              </a:rPr>
              <a:t> </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en diferentes realidades educativas</a:t>
            </a:r>
            <a:r>
              <a:rPr lang="es-CR" sz="2000" kern="100">
                <a:latin typeface="Century Gothic" panose="020B0502020202020204" pitchFamily="34" charset="0"/>
                <a:ea typeface="Aptos" panose="020B0004020202020204" pitchFamily="34" charset="0"/>
                <a:cs typeface="Times New Roman" panose="02020603050405020304" pitchFamily="18" charset="0"/>
              </a:rPr>
              <a:t>.</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Considera diferentes condiciones de acceso a recursos (incorpora principios DUA).</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Propone evidencias observables </a:t>
            </a:r>
            <a:r>
              <a:rPr lang="es-CR" sz="2000" kern="100">
                <a:latin typeface="Century Gothic" panose="020B0502020202020204" pitchFamily="34" charset="0"/>
                <a:cs typeface="Times New Roman" panose="02020603050405020304" pitchFamily="18" charset="0"/>
              </a:rPr>
              <a:t>que permitan valorar el logro del indicador</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a:t>
            </a:r>
            <a:br>
              <a:rPr lang="es-CR" sz="2000" kern="100">
                <a:effectLst/>
                <a:latin typeface="Century Gothic" panose="020B0502020202020204" pitchFamily="34" charset="0"/>
                <a:ea typeface="Aptos" panose="020B0004020202020204" pitchFamily="34" charset="0"/>
                <a:cs typeface="Times New Roman" panose="02020603050405020304" pitchFamily="18" charset="0"/>
              </a:rPr>
            </a:br>
            <a:r>
              <a:rPr lang="es-CR" sz="2000" kern="100">
                <a:effectLst/>
                <a:latin typeface="Century Gothic" panose="020B0502020202020204" pitchFamily="34" charset="0"/>
                <a:ea typeface="Aptos" panose="020B0004020202020204" pitchFamily="34" charset="0"/>
                <a:cs typeface="Segoe UI Symbol" panose="020B0502040204020203" pitchFamily="34" charset="0"/>
              </a:rPr>
              <a:t>☐</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 Sugiere recomendaciones de integración de la evaluaci</a:t>
            </a:r>
            <a:r>
              <a:rPr lang="es-CR" sz="2000" kern="100">
                <a:effectLst/>
                <a:latin typeface="Century Gothic" panose="020B0502020202020204" pitchFamily="34" charset="0"/>
                <a:ea typeface="Aptos" panose="020B0004020202020204" pitchFamily="34" charset="0"/>
                <a:cs typeface="Poppins" panose="00000500000000000000" pitchFamily="2" charset="0"/>
              </a:rPr>
              <a:t>ó</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n dentro de la mediaci</a:t>
            </a:r>
            <a:r>
              <a:rPr lang="es-CR" sz="2000" kern="100">
                <a:effectLst/>
                <a:latin typeface="Century Gothic" panose="020B0502020202020204" pitchFamily="34" charset="0"/>
                <a:ea typeface="Aptos" panose="020B0004020202020204" pitchFamily="34" charset="0"/>
                <a:cs typeface="Poppins" panose="00000500000000000000" pitchFamily="2" charset="0"/>
              </a:rPr>
              <a:t>ó</a:t>
            </a:r>
            <a:r>
              <a:rPr lang="es-CR" sz="2000" kern="100">
                <a:effectLst/>
                <a:latin typeface="Century Gothic" panose="020B0502020202020204" pitchFamily="34" charset="0"/>
                <a:ea typeface="Aptos" panose="020B0004020202020204" pitchFamily="34" charset="0"/>
                <a:cs typeface="Times New Roman" panose="02020603050405020304" pitchFamily="18" charset="0"/>
              </a:rPr>
              <a:t>n.</a:t>
            </a:r>
          </a:p>
        </p:txBody>
      </p:sp>
    </p:spTree>
    <p:extLst>
      <p:ext uri="{BB962C8B-B14F-4D97-AF65-F5344CB8AC3E}">
        <p14:creationId xmlns:p14="http://schemas.microsoft.com/office/powerpoint/2010/main" val="41887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883E1A0-1153-0BE0-3255-DF0490888772}"/>
              </a:ext>
            </a:extLst>
          </p:cNvPr>
          <p:cNvPicPr>
            <a:picLocks noChangeAspect="1"/>
          </p:cNvPicPr>
          <p:nvPr/>
        </p:nvPicPr>
        <p:blipFill>
          <a:blip r:embed="rId2">
            <a:extLst>
              <a:ext uri="{28A0092B-C50C-407E-A947-70E740481C1C}">
                <a14:useLocalDpi xmlns:a14="http://schemas.microsoft.com/office/drawing/2010/main" val="0"/>
              </a:ext>
            </a:extLst>
          </a:blip>
          <a:srcRect t="90746"/>
          <a:stretch>
            <a:fillRect/>
          </a:stretch>
        </p:blipFill>
        <p:spPr>
          <a:xfrm>
            <a:off x="0" y="6250674"/>
            <a:ext cx="12192000" cy="634621"/>
          </a:xfrm>
          <a:prstGeom prst="rect">
            <a:avLst/>
          </a:prstGeom>
        </p:spPr>
      </p:pic>
      <p:pic>
        <p:nvPicPr>
          <p:cNvPr id="15" name="Gráfico 14">
            <a:extLst>
              <a:ext uri="{FF2B5EF4-FFF2-40B4-BE49-F238E27FC236}">
                <a16:creationId xmlns:a16="http://schemas.microsoft.com/office/drawing/2014/main" id="{5EA10512-A168-6CD5-FD77-22CC82AA16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 y="365759"/>
            <a:ext cx="8351519" cy="645078"/>
          </a:xfrm>
          <a:prstGeom prst="rect">
            <a:avLst/>
          </a:prstGeom>
        </p:spPr>
      </p:pic>
      <p:sp>
        <p:nvSpPr>
          <p:cNvPr id="16" name="CuadroTexto 15">
            <a:extLst>
              <a:ext uri="{FF2B5EF4-FFF2-40B4-BE49-F238E27FC236}">
                <a16:creationId xmlns:a16="http://schemas.microsoft.com/office/drawing/2014/main" id="{435DF397-6EFC-0C4F-19E5-C392D91F0D99}"/>
              </a:ext>
            </a:extLst>
          </p:cNvPr>
          <p:cNvSpPr txBox="1"/>
          <p:nvPr/>
        </p:nvSpPr>
        <p:spPr>
          <a:xfrm>
            <a:off x="557048" y="426062"/>
            <a:ext cx="6524414" cy="584775"/>
          </a:xfrm>
          <a:prstGeom prst="rect">
            <a:avLst/>
          </a:prstGeom>
          <a:noFill/>
        </p:spPr>
        <p:txBody>
          <a:bodyPr wrap="square" rtlCol="0">
            <a:spAutoFit/>
          </a:bodyPr>
          <a:lstStyle/>
          <a:p>
            <a:pPr algn="ctr"/>
            <a:r>
              <a:rPr lang="es-CR" sz="3200" b="1">
                <a:solidFill>
                  <a:schemeClr val="bg1"/>
                </a:solidFill>
                <a:latin typeface="Baskerville Old Face" panose="02020602080505020303" pitchFamily="18" charset="0"/>
              </a:rPr>
              <a:t>CÓMO DISEÑAR PASO A PASO </a:t>
            </a:r>
          </a:p>
        </p:txBody>
      </p:sp>
      <p:pic>
        <p:nvPicPr>
          <p:cNvPr id="5" name="Imagen 4">
            <a:extLst>
              <a:ext uri="{FF2B5EF4-FFF2-40B4-BE49-F238E27FC236}">
                <a16:creationId xmlns:a16="http://schemas.microsoft.com/office/drawing/2014/main" id="{5FB06E43-6A62-9CCA-CFDB-63E00FC23EA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3935" y="1630802"/>
            <a:ext cx="11747240" cy="3624388"/>
          </a:xfrm>
          <a:prstGeom prst="rect">
            <a:avLst/>
          </a:prstGeom>
        </p:spPr>
      </p:pic>
    </p:spTree>
    <p:extLst>
      <p:ext uri="{BB962C8B-B14F-4D97-AF65-F5344CB8AC3E}">
        <p14:creationId xmlns:p14="http://schemas.microsoft.com/office/powerpoint/2010/main" val="3631974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0AFE0EFC-8576-E3F8-66FE-3E403F18C11C}"/>
              </a:ext>
            </a:extLst>
          </p:cNvPr>
          <p:cNvSpPr/>
          <p:nvPr/>
        </p:nvSpPr>
        <p:spPr>
          <a:xfrm>
            <a:off x="1419013" y="297180"/>
            <a:ext cx="9622368" cy="5566410"/>
          </a:xfrm>
          <a:custGeom>
            <a:avLst/>
            <a:gdLst>
              <a:gd name="csX0" fmla="*/ 0 w 9622368"/>
              <a:gd name="csY0" fmla="*/ 0 h 5566410"/>
              <a:gd name="csX1" fmla="*/ 469798 w 9622368"/>
              <a:gd name="csY1" fmla="*/ 0 h 5566410"/>
              <a:gd name="csX2" fmla="*/ 747149 w 9622368"/>
              <a:gd name="csY2" fmla="*/ 0 h 5566410"/>
              <a:gd name="csX3" fmla="*/ 1505618 w 9622368"/>
              <a:gd name="csY3" fmla="*/ 0 h 5566410"/>
              <a:gd name="csX4" fmla="*/ 1975416 w 9622368"/>
              <a:gd name="csY4" fmla="*/ 0 h 5566410"/>
              <a:gd name="csX5" fmla="*/ 2445214 w 9622368"/>
              <a:gd name="csY5" fmla="*/ 0 h 5566410"/>
              <a:gd name="csX6" fmla="*/ 3203683 w 9622368"/>
              <a:gd name="csY6" fmla="*/ 0 h 5566410"/>
              <a:gd name="csX7" fmla="*/ 3577257 w 9622368"/>
              <a:gd name="csY7" fmla="*/ 0 h 5566410"/>
              <a:gd name="csX8" fmla="*/ 4335726 w 9622368"/>
              <a:gd name="csY8" fmla="*/ 0 h 5566410"/>
              <a:gd name="csX9" fmla="*/ 5094195 w 9622368"/>
              <a:gd name="csY9" fmla="*/ 0 h 5566410"/>
              <a:gd name="csX10" fmla="*/ 5660216 w 9622368"/>
              <a:gd name="csY10" fmla="*/ 0 h 5566410"/>
              <a:gd name="csX11" fmla="*/ 6418685 w 9622368"/>
              <a:gd name="csY11" fmla="*/ 0 h 5566410"/>
              <a:gd name="csX12" fmla="*/ 6888483 w 9622368"/>
              <a:gd name="csY12" fmla="*/ 0 h 5566410"/>
              <a:gd name="csX13" fmla="*/ 7358281 w 9622368"/>
              <a:gd name="csY13" fmla="*/ 0 h 5566410"/>
              <a:gd name="csX14" fmla="*/ 8020527 w 9622368"/>
              <a:gd name="csY14" fmla="*/ 0 h 5566410"/>
              <a:gd name="csX15" fmla="*/ 8490325 w 9622368"/>
              <a:gd name="csY15" fmla="*/ 0 h 5566410"/>
              <a:gd name="csX16" fmla="*/ 9622368 w 9622368"/>
              <a:gd name="csY16" fmla="*/ 0 h 5566410"/>
              <a:gd name="csX17" fmla="*/ 9622368 w 9622368"/>
              <a:gd name="csY17" fmla="*/ 667969 h 5566410"/>
              <a:gd name="csX18" fmla="*/ 9622368 w 9622368"/>
              <a:gd name="csY18" fmla="*/ 1280274 h 5566410"/>
              <a:gd name="csX19" fmla="*/ 9622368 w 9622368"/>
              <a:gd name="csY19" fmla="*/ 1892579 h 5566410"/>
              <a:gd name="csX20" fmla="*/ 9622368 w 9622368"/>
              <a:gd name="csY20" fmla="*/ 2282228 h 5566410"/>
              <a:gd name="csX21" fmla="*/ 9622368 w 9622368"/>
              <a:gd name="csY21" fmla="*/ 2727541 h 5566410"/>
              <a:gd name="csX22" fmla="*/ 9622368 w 9622368"/>
              <a:gd name="csY22" fmla="*/ 3339846 h 5566410"/>
              <a:gd name="csX23" fmla="*/ 9622368 w 9622368"/>
              <a:gd name="csY23" fmla="*/ 3840823 h 5566410"/>
              <a:gd name="csX24" fmla="*/ 9622368 w 9622368"/>
              <a:gd name="csY24" fmla="*/ 4286136 h 5566410"/>
              <a:gd name="csX25" fmla="*/ 9622368 w 9622368"/>
              <a:gd name="csY25" fmla="*/ 4898441 h 5566410"/>
              <a:gd name="csX26" fmla="*/ 9622368 w 9622368"/>
              <a:gd name="csY26" fmla="*/ 5566410 h 5566410"/>
              <a:gd name="csX27" fmla="*/ 9056346 w 9622368"/>
              <a:gd name="csY27" fmla="*/ 5566410 h 5566410"/>
              <a:gd name="csX28" fmla="*/ 8682772 w 9622368"/>
              <a:gd name="csY28" fmla="*/ 5566410 h 5566410"/>
              <a:gd name="csX29" fmla="*/ 8020527 w 9622368"/>
              <a:gd name="csY29" fmla="*/ 5566410 h 5566410"/>
              <a:gd name="csX30" fmla="*/ 7646952 w 9622368"/>
              <a:gd name="csY30" fmla="*/ 5566410 h 5566410"/>
              <a:gd name="csX31" fmla="*/ 6984707 w 9622368"/>
              <a:gd name="csY31" fmla="*/ 5566410 h 5566410"/>
              <a:gd name="csX32" fmla="*/ 6707357 w 9622368"/>
              <a:gd name="csY32" fmla="*/ 5566410 h 5566410"/>
              <a:gd name="csX33" fmla="*/ 6045111 w 9622368"/>
              <a:gd name="csY33" fmla="*/ 5566410 h 5566410"/>
              <a:gd name="csX34" fmla="*/ 5671537 w 9622368"/>
              <a:gd name="csY34" fmla="*/ 5566410 h 5566410"/>
              <a:gd name="csX35" fmla="*/ 5394186 w 9622368"/>
              <a:gd name="csY35" fmla="*/ 5566410 h 5566410"/>
              <a:gd name="csX36" fmla="*/ 5020612 w 9622368"/>
              <a:gd name="csY36" fmla="*/ 5566410 h 5566410"/>
              <a:gd name="csX37" fmla="*/ 4358367 w 9622368"/>
              <a:gd name="csY37" fmla="*/ 5566410 h 5566410"/>
              <a:gd name="csX38" fmla="*/ 3984792 w 9622368"/>
              <a:gd name="csY38" fmla="*/ 5566410 h 5566410"/>
              <a:gd name="csX39" fmla="*/ 3707442 w 9622368"/>
              <a:gd name="csY39" fmla="*/ 5566410 h 5566410"/>
              <a:gd name="csX40" fmla="*/ 3333868 w 9622368"/>
              <a:gd name="csY40" fmla="*/ 5566410 h 5566410"/>
              <a:gd name="csX41" fmla="*/ 2864070 w 9622368"/>
              <a:gd name="csY41" fmla="*/ 5566410 h 5566410"/>
              <a:gd name="csX42" fmla="*/ 2298048 w 9622368"/>
              <a:gd name="csY42" fmla="*/ 5566410 h 5566410"/>
              <a:gd name="csX43" fmla="*/ 1924474 w 9622368"/>
              <a:gd name="csY43" fmla="*/ 5566410 h 5566410"/>
              <a:gd name="csX44" fmla="*/ 1166005 w 9622368"/>
              <a:gd name="csY44" fmla="*/ 5566410 h 5566410"/>
              <a:gd name="csX45" fmla="*/ 599983 w 9622368"/>
              <a:gd name="csY45" fmla="*/ 5566410 h 5566410"/>
              <a:gd name="csX46" fmla="*/ 0 w 9622368"/>
              <a:gd name="csY46" fmla="*/ 5566410 h 5566410"/>
              <a:gd name="csX47" fmla="*/ 0 w 9622368"/>
              <a:gd name="csY47" fmla="*/ 4954105 h 5566410"/>
              <a:gd name="csX48" fmla="*/ 0 w 9622368"/>
              <a:gd name="csY48" fmla="*/ 4397464 h 5566410"/>
              <a:gd name="csX49" fmla="*/ 0 w 9622368"/>
              <a:gd name="csY49" fmla="*/ 3896487 h 5566410"/>
              <a:gd name="csX50" fmla="*/ 0 w 9622368"/>
              <a:gd name="csY50" fmla="*/ 3284182 h 5566410"/>
              <a:gd name="csX51" fmla="*/ 0 w 9622368"/>
              <a:gd name="csY51" fmla="*/ 2727541 h 5566410"/>
              <a:gd name="csX52" fmla="*/ 0 w 9622368"/>
              <a:gd name="csY52" fmla="*/ 2059572 h 5566410"/>
              <a:gd name="csX53" fmla="*/ 0 w 9622368"/>
              <a:gd name="csY53" fmla="*/ 1391603 h 5566410"/>
              <a:gd name="csX54" fmla="*/ 0 w 9622368"/>
              <a:gd name="csY54" fmla="*/ 779297 h 5566410"/>
              <a:gd name="csX55" fmla="*/ 0 w 9622368"/>
              <a:gd name="csY55" fmla="*/ 0 h 55664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9622368" h="5566410" extrusionOk="0">
                <a:moveTo>
                  <a:pt x="0" y="0"/>
                </a:moveTo>
                <a:cubicBezTo>
                  <a:pt x="97243" y="-36125"/>
                  <a:pt x="303238" y="18180"/>
                  <a:pt x="469798" y="0"/>
                </a:cubicBezTo>
                <a:cubicBezTo>
                  <a:pt x="636358" y="-18180"/>
                  <a:pt x="608862" y="3459"/>
                  <a:pt x="747149" y="0"/>
                </a:cubicBezTo>
                <a:cubicBezTo>
                  <a:pt x="885436" y="-3459"/>
                  <a:pt x="1168768" y="53177"/>
                  <a:pt x="1505618" y="0"/>
                </a:cubicBezTo>
                <a:cubicBezTo>
                  <a:pt x="1842468" y="-53177"/>
                  <a:pt x="1804604" y="34794"/>
                  <a:pt x="1975416" y="0"/>
                </a:cubicBezTo>
                <a:cubicBezTo>
                  <a:pt x="2146228" y="-34794"/>
                  <a:pt x="2333697" y="48891"/>
                  <a:pt x="2445214" y="0"/>
                </a:cubicBezTo>
                <a:cubicBezTo>
                  <a:pt x="2556731" y="-48891"/>
                  <a:pt x="2932802" y="16545"/>
                  <a:pt x="3203683" y="0"/>
                </a:cubicBezTo>
                <a:cubicBezTo>
                  <a:pt x="3474564" y="-16545"/>
                  <a:pt x="3434855" y="33325"/>
                  <a:pt x="3577257" y="0"/>
                </a:cubicBezTo>
                <a:cubicBezTo>
                  <a:pt x="3719659" y="-33325"/>
                  <a:pt x="4072645" y="52572"/>
                  <a:pt x="4335726" y="0"/>
                </a:cubicBezTo>
                <a:cubicBezTo>
                  <a:pt x="4598807" y="-52572"/>
                  <a:pt x="4841938" y="75960"/>
                  <a:pt x="5094195" y="0"/>
                </a:cubicBezTo>
                <a:cubicBezTo>
                  <a:pt x="5346452" y="-75960"/>
                  <a:pt x="5519950" y="26954"/>
                  <a:pt x="5660216" y="0"/>
                </a:cubicBezTo>
                <a:cubicBezTo>
                  <a:pt x="5800482" y="-26954"/>
                  <a:pt x="6144086" y="89307"/>
                  <a:pt x="6418685" y="0"/>
                </a:cubicBezTo>
                <a:cubicBezTo>
                  <a:pt x="6693284" y="-89307"/>
                  <a:pt x="6793461" y="36106"/>
                  <a:pt x="6888483" y="0"/>
                </a:cubicBezTo>
                <a:cubicBezTo>
                  <a:pt x="6983505" y="-36106"/>
                  <a:pt x="7128313" y="45145"/>
                  <a:pt x="7358281" y="0"/>
                </a:cubicBezTo>
                <a:cubicBezTo>
                  <a:pt x="7588249" y="-45145"/>
                  <a:pt x="7857789" y="46712"/>
                  <a:pt x="8020527" y="0"/>
                </a:cubicBezTo>
                <a:cubicBezTo>
                  <a:pt x="8183265" y="-46712"/>
                  <a:pt x="8391659" y="34487"/>
                  <a:pt x="8490325" y="0"/>
                </a:cubicBezTo>
                <a:cubicBezTo>
                  <a:pt x="8588991" y="-34487"/>
                  <a:pt x="9301919" y="11412"/>
                  <a:pt x="9622368" y="0"/>
                </a:cubicBezTo>
                <a:cubicBezTo>
                  <a:pt x="9685938" y="170384"/>
                  <a:pt x="9565034" y="375315"/>
                  <a:pt x="9622368" y="667969"/>
                </a:cubicBezTo>
                <a:cubicBezTo>
                  <a:pt x="9679702" y="960623"/>
                  <a:pt x="9575926" y="1128922"/>
                  <a:pt x="9622368" y="1280274"/>
                </a:cubicBezTo>
                <a:cubicBezTo>
                  <a:pt x="9668810" y="1431627"/>
                  <a:pt x="9563050" y="1617469"/>
                  <a:pt x="9622368" y="1892579"/>
                </a:cubicBezTo>
                <a:cubicBezTo>
                  <a:pt x="9681686" y="2167689"/>
                  <a:pt x="9592602" y="2160324"/>
                  <a:pt x="9622368" y="2282228"/>
                </a:cubicBezTo>
                <a:cubicBezTo>
                  <a:pt x="9652134" y="2404132"/>
                  <a:pt x="9603114" y="2617410"/>
                  <a:pt x="9622368" y="2727541"/>
                </a:cubicBezTo>
                <a:cubicBezTo>
                  <a:pt x="9641622" y="2837672"/>
                  <a:pt x="9614917" y="3187479"/>
                  <a:pt x="9622368" y="3339846"/>
                </a:cubicBezTo>
                <a:cubicBezTo>
                  <a:pt x="9629819" y="3492213"/>
                  <a:pt x="9602931" y="3657474"/>
                  <a:pt x="9622368" y="3840823"/>
                </a:cubicBezTo>
                <a:cubicBezTo>
                  <a:pt x="9641805" y="4024172"/>
                  <a:pt x="9587713" y="4081734"/>
                  <a:pt x="9622368" y="4286136"/>
                </a:cubicBezTo>
                <a:cubicBezTo>
                  <a:pt x="9657023" y="4490538"/>
                  <a:pt x="9565346" y="4600533"/>
                  <a:pt x="9622368" y="4898441"/>
                </a:cubicBezTo>
                <a:cubicBezTo>
                  <a:pt x="9679390" y="5196350"/>
                  <a:pt x="9558521" y="5321068"/>
                  <a:pt x="9622368" y="5566410"/>
                </a:cubicBezTo>
                <a:cubicBezTo>
                  <a:pt x="9503777" y="5631912"/>
                  <a:pt x="9258785" y="5512884"/>
                  <a:pt x="9056346" y="5566410"/>
                </a:cubicBezTo>
                <a:cubicBezTo>
                  <a:pt x="8853907" y="5619936"/>
                  <a:pt x="8792253" y="5536459"/>
                  <a:pt x="8682772" y="5566410"/>
                </a:cubicBezTo>
                <a:cubicBezTo>
                  <a:pt x="8573291" y="5596361"/>
                  <a:pt x="8229577" y="5487765"/>
                  <a:pt x="8020527" y="5566410"/>
                </a:cubicBezTo>
                <a:cubicBezTo>
                  <a:pt x="7811478" y="5645055"/>
                  <a:pt x="7789605" y="5551399"/>
                  <a:pt x="7646952" y="5566410"/>
                </a:cubicBezTo>
                <a:cubicBezTo>
                  <a:pt x="7504300" y="5581421"/>
                  <a:pt x="7218007" y="5520649"/>
                  <a:pt x="6984707" y="5566410"/>
                </a:cubicBezTo>
                <a:cubicBezTo>
                  <a:pt x="6751408" y="5612171"/>
                  <a:pt x="6827873" y="5542058"/>
                  <a:pt x="6707357" y="5566410"/>
                </a:cubicBezTo>
                <a:cubicBezTo>
                  <a:pt x="6586841" y="5590762"/>
                  <a:pt x="6210798" y="5487924"/>
                  <a:pt x="6045111" y="5566410"/>
                </a:cubicBezTo>
                <a:cubicBezTo>
                  <a:pt x="5879424" y="5644896"/>
                  <a:pt x="5775626" y="5526146"/>
                  <a:pt x="5671537" y="5566410"/>
                </a:cubicBezTo>
                <a:cubicBezTo>
                  <a:pt x="5567448" y="5606674"/>
                  <a:pt x="5487780" y="5537258"/>
                  <a:pt x="5394186" y="5566410"/>
                </a:cubicBezTo>
                <a:cubicBezTo>
                  <a:pt x="5300592" y="5595562"/>
                  <a:pt x="5102170" y="5537947"/>
                  <a:pt x="5020612" y="5566410"/>
                </a:cubicBezTo>
                <a:cubicBezTo>
                  <a:pt x="4939054" y="5594873"/>
                  <a:pt x="4676483" y="5509458"/>
                  <a:pt x="4358367" y="5566410"/>
                </a:cubicBezTo>
                <a:cubicBezTo>
                  <a:pt x="4040251" y="5623362"/>
                  <a:pt x="4099788" y="5549906"/>
                  <a:pt x="3984792" y="5566410"/>
                </a:cubicBezTo>
                <a:cubicBezTo>
                  <a:pt x="3869796" y="5582914"/>
                  <a:pt x="3777226" y="5541072"/>
                  <a:pt x="3707442" y="5566410"/>
                </a:cubicBezTo>
                <a:cubicBezTo>
                  <a:pt x="3637658" y="5591748"/>
                  <a:pt x="3431303" y="5524246"/>
                  <a:pt x="3333868" y="5566410"/>
                </a:cubicBezTo>
                <a:cubicBezTo>
                  <a:pt x="3236433" y="5608574"/>
                  <a:pt x="3041939" y="5539639"/>
                  <a:pt x="2864070" y="5566410"/>
                </a:cubicBezTo>
                <a:cubicBezTo>
                  <a:pt x="2686201" y="5593181"/>
                  <a:pt x="2488399" y="5499766"/>
                  <a:pt x="2298048" y="5566410"/>
                </a:cubicBezTo>
                <a:cubicBezTo>
                  <a:pt x="2107697" y="5633054"/>
                  <a:pt x="2036083" y="5561702"/>
                  <a:pt x="1924474" y="5566410"/>
                </a:cubicBezTo>
                <a:cubicBezTo>
                  <a:pt x="1812865" y="5571118"/>
                  <a:pt x="1442951" y="5538506"/>
                  <a:pt x="1166005" y="5566410"/>
                </a:cubicBezTo>
                <a:cubicBezTo>
                  <a:pt x="889059" y="5594314"/>
                  <a:pt x="809557" y="5500573"/>
                  <a:pt x="599983" y="5566410"/>
                </a:cubicBezTo>
                <a:cubicBezTo>
                  <a:pt x="390409" y="5632247"/>
                  <a:pt x="257232" y="5552826"/>
                  <a:pt x="0" y="5566410"/>
                </a:cubicBezTo>
                <a:cubicBezTo>
                  <a:pt x="-30204" y="5443944"/>
                  <a:pt x="33372" y="5103095"/>
                  <a:pt x="0" y="4954105"/>
                </a:cubicBezTo>
                <a:cubicBezTo>
                  <a:pt x="-33372" y="4805116"/>
                  <a:pt x="1654" y="4581290"/>
                  <a:pt x="0" y="4397464"/>
                </a:cubicBezTo>
                <a:cubicBezTo>
                  <a:pt x="-1654" y="4213638"/>
                  <a:pt x="5870" y="4018118"/>
                  <a:pt x="0" y="3896487"/>
                </a:cubicBezTo>
                <a:cubicBezTo>
                  <a:pt x="-5870" y="3774856"/>
                  <a:pt x="38313" y="3468772"/>
                  <a:pt x="0" y="3284182"/>
                </a:cubicBezTo>
                <a:cubicBezTo>
                  <a:pt x="-38313" y="3099592"/>
                  <a:pt x="21804" y="2838904"/>
                  <a:pt x="0" y="2727541"/>
                </a:cubicBezTo>
                <a:cubicBezTo>
                  <a:pt x="-21804" y="2616178"/>
                  <a:pt x="9407" y="2259273"/>
                  <a:pt x="0" y="2059572"/>
                </a:cubicBezTo>
                <a:cubicBezTo>
                  <a:pt x="-9407" y="1859871"/>
                  <a:pt x="42014" y="1622004"/>
                  <a:pt x="0" y="1391603"/>
                </a:cubicBezTo>
                <a:cubicBezTo>
                  <a:pt x="-42014" y="1161202"/>
                  <a:pt x="42172" y="979344"/>
                  <a:pt x="0" y="779297"/>
                </a:cubicBezTo>
                <a:cubicBezTo>
                  <a:pt x="-42172" y="579250"/>
                  <a:pt x="31757" y="228309"/>
                  <a:pt x="0" y="0"/>
                </a:cubicBezTo>
                <a:close/>
              </a:path>
            </a:pathLst>
          </a:custGeom>
          <a:noFill/>
          <a:ln w="38100">
            <a:solidFill>
              <a:srgbClr val="00206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3" name="Imagen 2">
            <a:extLst>
              <a:ext uri="{FF2B5EF4-FFF2-40B4-BE49-F238E27FC236}">
                <a16:creationId xmlns:a16="http://schemas.microsoft.com/office/drawing/2014/main" id="{C14D4184-0E2A-C7E7-AB0B-E9509AA12F98}"/>
              </a:ext>
            </a:extLst>
          </p:cNvPr>
          <p:cNvPicPr>
            <a:picLocks noChangeAspect="1"/>
          </p:cNvPicPr>
          <p:nvPr/>
        </p:nvPicPr>
        <p:blipFill>
          <a:blip r:embed="rId2"/>
          <a:stretch>
            <a:fillRect/>
          </a:stretch>
        </p:blipFill>
        <p:spPr>
          <a:xfrm>
            <a:off x="1608915" y="530685"/>
            <a:ext cx="9164072" cy="5157531"/>
          </a:xfrm>
          <a:prstGeom prst="rect">
            <a:avLst/>
          </a:prstGeom>
        </p:spPr>
      </p:pic>
      <p:sp>
        <p:nvSpPr>
          <p:cNvPr id="5" name="CuadroTexto 4">
            <a:extLst>
              <a:ext uri="{FF2B5EF4-FFF2-40B4-BE49-F238E27FC236}">
                <a16:creationId xmlns:a16="http://schemas.microsoft.com/office/drawing/2014/main" id="{8634B469-9DF5-455E-1201-0E0EF0539EA8}"/>
              </a:ext>
            </a:extLst>
          </p:cNvPr>
          <p:cNvSpPr txBox="1"/>
          <p:nvPr/>
        </p:nvSpPr>
        <p:spPr>
          <a:xfrm>
            <a:off x="4114800" y="4088765"/>
            <a:ext cx="6374979" cy="1323439"/>
          </a:xfrm>
          <a:prstGeom prst="rect">
            <a:avLst/>
          </a:prstGeom>
          <a:solidFill>
            <a:srgbClr val="D4D4D4">
              <a:alpha val="69804"/>
            </a:srgbClr>
          </a:solidFill>
        </p:spPr>
        <p:txBody>
          <a:bodyPr wrap="square" rtlCol="0">
            <a:spAutoFit/>
          </a:bodyPr>
          <a:lstStyle/>
          <a:p>
            <a:pPr algn="ctr"/>
            <a:r>
              <a:rPr lang="es-CR" sz="2000">
                <a:latin typeface="Century Gothic" panose="020B0502020202020204" pitchFamily="34" charset="0"/>
              </a:rPr>
              <a:t>El currículo nos marca el destino; nuestro reto es diseñar una ruta clara, flexible y significativa que permita a cada docente guiar a sus estudiantes  hacia el logro de los aprendizajes.</a:t>
            </a:r>
          </a:p>
        </p:txBody>
      </p:sp>
      <p:pic>
        <p:nvPicPr>
          <p:cNvPr id="9" name="Gráfico 8">
            <a:extLst>
              <a:ext uri="{FF2B5EF4-FFF2-40B4-BE49-F238E27FC236}">
                <a16:creationId xmlns:a16="http://schemas.microsoft.com/office/drawing/2014/main" id="{2DF3B01E-BCC8-261D-39B6-88AD489B1B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58859" y="5990301"/>
            <a:ext cx="2874282" cy="702313"/>
          </a:xfrm>
          <a:prstGeom prst="rect">
            <a:avLst/>
          </a:prstGeom>
        </p:spPr>
      </p:pic>
    </p:spTree>
    <p:extLst>
      <p:ext uri="{BB962C8B-B14F-4D97-AF65-F5344CB8AC3E}">
        <p14:creationId xmlns:p14="http://schemas.microsoft.com/office/powerpoint/2010/main" val="1336100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8B9259-E65B-F741-0934-0CA19A77E758}"/>
              </a:ext>
            </a:extLst>
          </p:cNvPr>
          <p:cNvSpPr>
            <a:spLocks noGrp="1"/>
          </p:cNvSpPr>
          <p:nvPr>
            <p:ph type="title"/>
          </p:nvPr>
        </p:nvSpPr>
        <p:spPr/>
        <p:txBody>
          <a:bodyPr/>
          <a:lstStyle/>
          <a:p>
            <a:endParaRPr lang="es-CR"/>
          </a:p>
        </p:txBody>
      </p:sp>
      <p:sp>
        <p:nvSpPr>
          <p:cNvPr id="3" name="Marcador de contenido 2">
            <a:extLst>
              <a:ext uri="{FF2B5EF4-FFF2-40B4-BE49-F238E27FC236}">
                <a16:creationId xmlns:a16="http://schemas.microsoft.com/office/drawing/2014/main" id="{5E1239BA-4FBB-38A2-AD72-20BA4A1B4ED6}"/>
              </a:ext>
            </a:extLst>
          </p:cNvPr>
          <p:cNvSpPr>
            <a:spLocks noGrp="1"/>
          </p:cNvSpPr>
          <p:nvPr>
            <p:ph idx="1"/>
          </p:nvPr>
        </p:nvSpPr>
        <p:spPr/>
        <p:txBody>
          <a:bodyPr/>
          <a:lstStyle/>
          <a:p>
            <a:endParaRPr lang="es-CR"/>
          </a:p>
        </p:txBody>
      </p:sp>
      <p:pic>
        <p:nvPicPr>
          <p:cNvPr id="4" name="Gráfico 3">
            <a:extLst>
              <a:ext uri="{FF2B5EF4-FFF2-40B4-BE49-F238E27FC236}">
                <a16:creationId xmlns:a16="http://schemas.microsoft.com/office/drawing/2014/main" id="{5D745FC3-7395-A7D5-F58B-C99F754B7E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204700" cy="6858000"/>
          </a:xfrm>
          <a:prstGeom prst="rect">
            <a:avLst/>
          </a:prstGeom>
        </p:spPr>
      </p:pic>
      <p:pic>
        <p:nvPicPr>
          <p:cNvPr id="5" name="Gráfico 4">
            <a:extLst>
              <a:ext uri="{FF2B5EF4-FFF2-40B4-BE49-F238E27FC236}">
                <a16:creationId xmlns:a16="http://schemas.microsoft.com/office/drawing/2014/main" id="{4A72E0F1-2820-3723-9D3A-46173922EB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4887" y="486236"/>
            <a:ext cx="8458200" cy="5610225"/>
          </a:xfrm>
          <a:prstGeom prst="rect">
            <a:avLst/>
          </a:prstGeom>
        </p:spPr>
      </p:pic>
      <p:pic>
        <p:nvPicPr>
          <p:cNvPr id="6" name="Gráfico 5">
            <a:extLst>
              <a:ext uri="{FF2B5EF4-FFF2-40B4-BE49-F238E27FC236}">
                <a16:creationId xmlns:a16="http://schemas.microsoft.com/office/drawing/2014/main" id="{965EDEB6-579F-2CB6-DC81-8FE9FB5C98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58249" y="3031799"/>
            <a:ext cx="3675501" cy="905242"/>
          </a:xfrm>
          <a:prstGeom prst="rect">
            <a:avLst/>
          </a:prstGeom>
        </p:spPr>
      </p:pic>
    </p:spTree>
    <p:extLst>
      <p:ext uri="{BB962C8B-B14F-4D97-AF65-F5344CB8AC3E}">
        <p14:creationId xmlns:p14="http://schemas.microsoft.com/office/powerpoint/2010/main" val="328059664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leccione xmlns="a65f68e9-1bb3-4ef6-81ee-cd4f0761406a" xsi:nil="true"/>
    <lcf76f155ced4ddcb4097134ff3c332f xmlns="a65f68e9-1bb3-4ef6-81ee-cd4f0761406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BE67AF6B00BAB469C7FFDCA5F67DDF6" ma:contentTypeVersion="15" ma:contentTypeDescription="Crear nuevo documento." ma:contentTypeScope="" ma:versionID="5c93b4c592fe5fbc4d8d46d0a9eaf752">
  <xsd:schema xmlns:xsd="http://www.w3.org/2001/XMLSchema" xmlns:xs="http://www.w3.org/2001/XMLSchema" xmlns:p="http://schemas.microsoft.com/office/2006/metadata/properties" xmlns:ns2="a65f68e9-1bb3-4ef6-81ee-cd4f0761406a" xmlns:ns3="00adeb45-501c-4940-a221-5869bf7bbc99" targetNamespace="http://schemas.microsoft.com/office/2006/metadata/properties" ma:root="true" ma:fieldsID="923d4a8cd75c05501bf1bcf75bf92b96" ns2:_="" ns3:_="">
    <xsd:import namespace="a65f68e9-1bb3-4ef6-81ee-cd4f0761406a"/>
    <xsd:import namespace="00adeb45-501c-4940-a221-5869bf7bbc9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ServiceBillingMetadata" minOccurs="0"/>
                <xsd:element ref="ns2:MediaLengthInSeconds" minOccurs="0"/>
                <xsd:element ref="ns2:Seleccion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5f68e9-1bb3-4ef6-81ee-cd4f0761406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f8a094f3-5355-4f18-8742-8f039f4031a8"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Seleccione" ma:index="22" nillable="true" ma:displayName="Seleccione" ma:format="Dropdown" ma:internalName="Seleccione">
      <xsd:simpleType>
        <xsd:restriction base="dms:Choice">
          <xsd:enumeration value="Opción 1"/>
          <xsd:enumeration value="Opción 2"/>
          <xsd:enumeration value="Opción 3"/>
        </xsd:restriction>
      </xsd:simpleType>
    </xsd:element>
  </xsd:schema>
  <xsd:schema xmlns:xsd="http://www.w3.org/2001/XMLSchema" xmlns:xs="http://www.w3.org/2001/XMLSchema" xmlns:dms="http://schemas.microsoft.com/office/2006/documentManagement/types" xmlns:pc="http://schemas.microsoft.com/office/infopath/2007/PartnerControls" targetNamespace="00adeb45-501c-4940-a221-5869bf7bbc99"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29CC0F-2439-4E30-A74F-640CEAD266EF}">
  <ds:schemaRefs>
    <ds:schemaRef ds:uri="http://schemas.microsoft.com/sharepoint/v3/contenttype/forms"/>
  </ds:schemaRefs>
</ds:datastoreItem>
</file>

<file path=customXml/itemProps2.xml><?xml version="1.0" encoding="utf-8"?>
<ds:datastoreItem xmlns:ds="http://schemas.openxmlformats.org/officeDocument/2006/customXml" ds:itemID="{A00F137E-8320-4649-98D4-FA9419CFB828}">
  <ds:schemaRefs>
    <ds:schemaRef ds:uri="00adeb45-501c-4940-a221-5869bf7bbc99"/>
    <ds:schemaRef ds:uri="a65f68e9-1bb3-4ef6-81ee-cd4f0761406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DA0F9E8-6BDD-48AD-B52E-841565F99630}">
  <ds:schemaRefs>
    <ds:schemaRef ds:uri="00adeb45-501c-4940-a221-5869bf7bbc99"/>
    <ds:schemaRef ds:uri="a65f68e9-1bb3-4ef6-81ee-cd4f0761406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6</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Calderon</dc:creator>
  <cp:revision>1</cp:revision>
  <dcterms:created xsi:type="dcterms:W3CDTF">2026-06-01T15:43:04Z</dcterms:created>
  <dcterms:modified xsi:type="dcterms:W3CDTF">2026-09-11T16:07:18Z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0x0101002BE67AF6B00BAB469C7FFDCA5F67DDF6</vt:lpwstr>
  </property>
  <property fmtid="{D5CDD505-2E9C-101B-9397-08002B2CF9AE}" pid="3" name="MediaServiceImageTags">
    <vt:lpwstr/>
  </property>
</Properties>
</file>