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78D02E-90CB-4F23-B6DF-AE17DE7AEF1B}" v="1" dt="2026-09-07T15:18:39.5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43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n Ivone White Acuna" userId="e9d7f09b-791a-4ea7-98fc-63b9c98093be" providerId="ADAL" clId="{0043EC44-6DE3-4B8A-B17C-AC4823F02082}"/>
    <pc:docChg chg="undo custSel addSld modSld">
      <pc:chgData name="Karen Ivone White Acuna" userId="e9d7f09b-791a-4ea7-98fc-63b9c98093be" providerId="ADAL" clId="{0043EC44-6DE3-4B8A-B17C-AC4823F02082}" dt="2026-09-07T15:22:39.936" v="709" actId="403"/>
      <pc:docMkLst>
        <pc:docMk/>
      </pc:docMkLst>
      <pc:sldChg chg="modSp mod">
        <pc:chgData name="Karen Ivone White Acuna" userId="e9d7f09b-791a-4ea7-98fc-63b9c98093be" providerId="ADAL" clId="{0043EC44-6DE3-4B8A-B17C-AC4823F02082}" dt="2026-09-07T14:50:09.228" v="179" actId="20577"/>
        <pc:sldMkLst>
          <pc:docMk/>
          <pc:sldMk cId="2406273178" sldId="256"/>
        </pc:sldMkLst>
        <pc:spChg chg="mod">
          <ac:chgData name="Karen Ivone White Acuna" userId="e9d7f09b-791a-4ea7-98fc-63b9c98093be" providerId="ADAL" clId="{0043EC44-6DE3-4B8A-B17C-AC4823F02082}" dt="2026-09-07T14:49:35.899" v="85" actId="20577"/>
          <ac:spMkLst>
            <pc:docMk/>
            <pc:sldMk cId="2406273178" sldId="256"/>
            <ac:spMk id="2" creationId="{00000000-0000-0000-0000-000000000000}"/>
          </ac:spMkLst>
        </pc:spChg>
        <pc:spChg chg="mod">
          <ac:chgData name="Karen Ivone White Acuna" userId="e9d7f09b-791a-4ea7-98fc-63b9c98093be" providerId="ADAL" clId="{0043EC44-6DE3-4B8A-B17C-AC4823F02082}" dt="2026-09-07T14:50:09.228" v="179" actId="20577"/>
          <ac:spMkLst>
            <pc:docMk/>
            <pc:sldMk cId="2406273178" sldId="256"/>
            <ac:spMk id="3" creationId="{00000000-0000-0000-0000-000000000000}"/>
          </ac:spMkLst>
        </pc:spChg>
      </pc:sldChg>
      <pc:sldChg chg="modSp add mod">
        <pc:chgData name="Karen Ivone White Acuna" userId="e9d7f09b-791a-4ea7-98fc-63b9c98093be" providerId="ADAL" clId="{0043EC44-6DE3-4B8A-B17C-AC4823F02082}" dt="2026-09-07T15:16:47.378" v="518" actId="20577"/>
        <pc:sldMkLst>
          <pc:docMk/>
          <pc:sldMk cId="2790985852" sldId="257"/>
        </pc:sldMkLst>
        <pc:spChg chg="mod">
          <ac:chgData name="Karen Ivone White Acuna" userId="e9d7f09b-791a-4ea7-98fc-63b9c98093be" providerId="ADAL" clId="{0043EC44-6DE3-4B8A-B17C-AC4823F02082}" dt="2026-09-07T15:16:47.378" v="518" actId="20577"/>
          <ac:spMkLst>
            <pc:docMk/>
            <pc:sldMk cId="2790985852" sldId="257"/>
            <ac:spMk id="2" creationId="{3A252931-0FFF-EDA3-8999-2D4711795209}"/>
          </ac:spMkLst>
        </pc:spChg>
        <pc:spChg chg="mod">
          <ac:chgData name="Karen Ivone White Acuna" userId="e9d7f09b-791a-4ea7-98fc-63b9c98093be" providerId="ADAL" clId="{0043EC44-6DE3-4B8A-B17C-AC4823F02082}" dt="2026-09-07T15:16:18.492" v="515" actId="14100"/>
          <ac:spMkLst>
            <pc:docMk/>
            <pc:sldMk cId="2790985852" sldId="257"/>
            <ac:spMk id="3" creationId="{58AC8B1C-0D89-AD7F-0751-2A30DBD1949E}"/>
          </ac:spMkLst>
        </pc:spChg>
      </pc:sldChg>
      <pc:sldChg chg="addSp delSp modSp add mod">
        <pc:chgData name="Karen Ivone White Acuna" userId="e9d7f09b-791a-4ea7-98fc-63b9c98093be" providerId="ADAL" clId="{0043EC44-6DE3-4B8A-B17C-AC4823F02082}" dt="2026-09-07T15:22:39.936" v="709" actId="403"/>
        <pc:sldMkLst>
          <pc:docMk/>
          <pc:sldMk cId="757031273" sldId="258"/>
        </pc:sldMkLst>
        <pc:spChg chg="mod">
          <ac:chgData name="Karen Ivone White Acuna" userId="e9d7f09b-791a-4ea7-98fc-63b9c98093be" providerId="ADAL" clId="{0043EC44-6DE3-4B8A-B17C-AC4823F02082}" dt="2026-09-07T15:18:37.623" v="547" actId="1076"/>
          <ac:spMkLst>
            <pc:docMk/>
            <pc:sldMk cId="757031273" sldId="258"/>
            <ac:spMk id="2" creationId="{49A98FDA-DFBD-19F6-F5B3-8AF9311BDD0E}"/>
          </ac:spMkLst>
        </pc:spChg>
        <pc:spChg chg="del">
          <ac:chgData name="Karen Ivone White Acuna" userId="e9d7f09b-791a-4ea7-98fc-63b9c98093be" providerId="ADAL" clId="{0043EC44-6DE3-4B8A-B17C-AC4823F02082}" dt="2026-09-07T15:18:23.494" v="543" actId="478"/>
          <ac:spMkLst>
            <pc:docMk/>
            <pc:sldMk cId="757031273" sldId="258"/>
            <ac:spMk id="3" creationId="{580FABBD-C377-9769-4CCE-3126CBD3CFC3}"/>
          </ac:spMkLst>
        </pc:spChg>
        <pc:spChg chg="add del mod">
          <ac:chgData name="Karen Ivone White Acuna" userId="e9d7f09b-791a-4ea7-98fc-63b9c98093be" providerId="ADAL" clId="{0043EC44-6DE3-4B8A-B17C-AC4823F02082}" dt="2026-09-07T15:18:25.806" v="544" actId="478"/>
          <ac:spMkLst>
            <pc:docMk/>
            <pc:sldMk cId="757031273" sldId="258"/>
            <ac:spMk id="5" creationId="{E8C3CCC5-56D7-D9D0-6403-1B3DCA126E80}"/>
          </ac:spMkLst>
        </pc:spChg>
        <pc:graphicFrameChg chg="add mod modGraphic">
          <ac:chgData name="Karen Ivone White Acuna" userId="e9d7f09b-791a-4ea7-98fc-63b9c98093be" providerId="ADAL" clId="{0043EC44-6DE3-4B8A-B17C-AC4823F02082}" dt="2026-09-07T15:22:39.936" v="709" actId="403"/>
          <ac:graphicFrameMkLst>
            <pc:docMk/>
            <pc:sldMk cId="757031273" sldId="258"/>
            <ac:graphicFrameMk id="6" creationId="{CEB898EB-7FE2-23F5-9AAC-88A283744A87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07/09/2026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07/09/2026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07/09/2026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07/09/2026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07/09/2026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07/09/2026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07/09/2026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07/09/2026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07/09/2026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07/09/2026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07/09/2026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07/09/2026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Diseño de planeamientos para la Formación Tecnológica 2027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Equipo Gestión Curricular para </a:t>
            </a:r>
          </a:p>
          <a:p>
            <a:r>
              <a:rPr lang="es-ES" dirty="0"/>
              <a:t>la Formación Tecnológica</a:t>
            </a: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EF56F-303B-12A7-8901-A24E34BEC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252931-0FFF-EDA3-8999-2D4711795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791166"/>
          </a:xfrm>
        </p:spPr>
        <p:txBody>
          <a:bodyPr>
            <a:normAutofit/>
          </a:bodyPr>
          <a:lstStyle/>
          <a:p>
            <a:r>
              <a:rPr lang="es-ES" dirty="0"/>
              <a:t>Origen y objetivo </a:t>
            </a:r>
            <a:br>
              <a:rPr lang="es-ES" dirty="0"/>
            </a:br>
            <a:r>
              <a:rPr lang="es-ES" dirty="0"/>
              <a:t>de la tarea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8AC8B1C-0D89-AD7F-0751-2A30DBD194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122362"/>
          </a:xfrm>
        </p:spPr>
        <p:txBody>
          <a:bodyPr/>
          <a:lstStyle/>
          <a:p>
            <a:r>
              <a:rPr lang="es-ES" dirty="0"/>
              <a:t>A partir de la directriz general del Viceministerio Académico, se solicita a la DRTE el diseño de planeamientos didácticos para la asignatura de Formación Tecnológica.</a:t>
            </a:r>
          </a:p>
        </p:txBody>
      </p:sp>
    </p:spTree>
    <p:extLst>
      <p:ext uri="{BB962C8B-B14F-4D97-AF65-F5344CB8AC3E}">
        <p14:creationId xmlns:p14="http://schemas.microsoft.com/office/powerpoint/2010/main" val="2790985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176FE-162F-6717-82D1-014E1DF27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A98FDA-DFBD-19F6-F5B3-8AF9311BDD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6246"/>
            <a:ext cx="9144000" cy="876766"/>
          </a:xfrm>
        </p:spPr>
        <p:txBody>
          <a:bodyPr>
            <a:normAutofit fontScale="90000"/>
          </a:bodyPr>
          <a:lstStyle/>
          <a:p>
            <a:r>
              <a:rPr lang="es-ES" dirty="0"/>
              <a:t>Equipos de diseño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CEB898EB-7FE2-23F5-9AAC-88A283744A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338633"/>
              </p:ext>
            </p:extLst>
          </p:nvPr>
        </p:nvGraphicFramePr>
        <p:xfrm>
          <a:off x="1192306" y="1139809"/>
          <a:ext cx="9968753" cy="45259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624918">
                  <a:extLst>
                    <a:ext uri="{9D8B030D-6E8A-4147-A177-3AD203B41FA5}">
                      <a16:colId xmlns:a16="http://schemas.microsoft.com/office/drawing/2014/main" val="1014091062"/>
                    </a:ext>
                  </a:extLst>
                </a:gridCol>
                <a:gridCol w="3343835">
                  <a:extLst>
                    <a:ext uri="{9D8B030D-6E8A-4147-A177-3AD203B41FA5}">
                      <a16:colId xmlns:a16="http://schemas.microsoft.com/office/drawing/2014/main" val="1874893744"/>
                    </a:ext>
                  </a:extLst>
                </a:gridCol>
              </a:tblGrid>
              <a:tr h="160906">
                <a:tc>
                  <a:txBody>
                    <a:bodyPr/>
                    <a:lstStyle/>
                    <a:p>
                      <a:pPr marL="457200"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2000" dirty="0">
                          <a:effectLst/>
                        </a:rPr>
                        <a:t>Niveles</a:t>
                      </a:r>
                      <a:endParaRPr lang="es-CR" sz="2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800" marR="598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2000">
                          <a:effectLst/>
                        </a:rPr>
                        <a:t>Equipo diseñador</a:t>
                      </a:r>
                      <a:endParaRPr lang="es-CR" sz="2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800" marR="59800" marT="0" marB="0"/>
                </a:tc>
                <a:extLst>
                  <a:ext uri="{0D108BD9-81ED-4DB2-BD59-A6C34878D82A}">
                    <a16:rowId xmlns:a16="http://schemas.microsoft.com/office/drawing/2014/main" val="2361413620"/>
                  </a:ext>
                </a:extLst>
              </a:tr>
              <a:tr h="419043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6000"/>
                        </a:lnSpc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es-CR" sz="1800" b="0" dirty="0">
                          <a:effectLst/>
                        </a:rPr>
                        <a:t>Preescolar (Básico requerido – Óptimo), </a:t>
                      </a:r>
                      <a:r>
                        <a:rPr lang="es-CR" sz="2000" b="0" dirty="0">
                          <a:effectLst/>
                        </a:rPr>
                        <a:t>Coordina Yolanda</a:t>
                      </a:r>
                      <a:endParaRPr lang="es-CR" sz="1800" b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800" marR="598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800" dirty="0">
                          <a:effectLst/>
                        </a:rPr>
                        <a:t>Elier, Yahaira</a:t>
                      </a:r>
                      <a:endParaRPr lang="es-CR" sz="18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800" marR="59800" marT="0" marB="0"/>
                </a:tc>
                <a:extLst>
                  <a:ext uri="{0D108BD9-81ED-4DB2-BD59-A6C34878D82A}">
                    <a16:rowId xmlns:a16="http://schemas.microsoft.com/office/drawing/2014/main" val="1730101738"/>
                  </a:ext>
                </a:extLst>
              </a:tr>
              <a:tr h="419043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6000"/>
                        </a:lnSpc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es-CR" sz="1800" b="0" dirty="0">
                          <a:effectLst/>
                        </a:rPr>
                        <a:t>Primero, Coordina Yolanda</a:t>
                      </a:r>
                      <a:endParaRPr lang="es-CR" sz="1800" b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800" marR="598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dirty="0">
                          <a:effectLst/>
                        </a:rPr>
                        <a:t>Carmen S, Jessica C.</a:t>
                      </a:r>
                      <a:endParaRPr lang="es-CR" sz="18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800" marR="59800" marT="0" marB="0"/>
                </a:tc>
                <a:extLst>
                  <a:ext uri="{0D108BD9-81ED-4DB2-BD59-A6C34878D82A}">
                    <a16:rowId xmlns:a16="http://schemas.microsoft.com/office/drawing/2014/main" val="4042230067"/>
                  </a:ext>
                </a:extLst>
              </a:tr>
              <a:tr h="419043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6000"/>
                        </a:lnSpc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es-CR" sz="1800" b="0" dirty="0">
                          <a:effectLst/>
                        </a:rPr>
                        <a:t>Segundo, Coordina Mariana</a:t>
                      </a:r>
                      <a:endParaRPr lang="es-CR" sz="1800" b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800" marR="598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800" dirty="0" err="1">
                          <a:effectLst/>
                        </a:rPr>
                        <a:t>Jennory</a:t>
                      </a:r>
                      <a:r>
                        <a:rPr lang="es-CR" sz="1800" dirty="0">
                          <a:effectLst/>
                        </a:rPr>
                        <a:t>, </a:t>
                      </a:r>
                      <a:r>
                        <a:rPr lang="es-CR" sz="1800" dirty="0" err="1">
                          <a:effectLst/>
                        </a:rPr>
                        <a:t>Deylis</a:t>
                      </a:r>
                      <a:endParaRPr lang="es-CR" sz="18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800" marR="59800" marT="0" marB="0"/>
                </a:tc>
                <a:extLst>
                  <a:ext uri="{0D108BD9-81ED-4DB2-BD59-A6C34878D82A}">
                    <a16:rowId xmlns:a16="http://schemas.microsoft.com/office/drawing/2014/main" val="3003057983"/>
                  </a:ext>
                </a:extLst>
              </a:tr>
              <a:tr h="419043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6000"/>
                        </a:lnSpc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es-CR" sz="1800" b="0" dirty="0">
                          <a:effectLst/>
                        </a:rPr>
                        <a:t>Tercero, Coordina Mariana</a:t>
                      </a:r>
                      <a:endParaRPr lang="es-CR" sz="1800" b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800" marR="598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800" dirty="0" err="1">
                          <a:effectLst/>
                        </a:rPr>
                        <a:t>Yirley</a:t>
                      </a:r>
                      <a:r>
                        <a:rPr lang="es-CR" sz="1800" dirty="0">
                          <a:effectLst/>
                        </a:rPr>
                        <a:t>, Maribel</a:t>
                      </a:r>
                      <a:endParaRPr lang="es-CR" sz="18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800" marR="59800" marT="0" marB="0"/>
                </a:tc>
                <a:extLst>
                  <a:ext uri="{0D108BD9-81ED-4DB2-BD59-A6C34878D82A}">
                    <a16:rowId xmlns:a16="http://schemas.microsoft.com/office/drawing/2014/main" val="3771012781"/>
                  </a:ext>
                </a:extLst>
              </a:tr>
              <a:tr h="419043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6000"/>
                        </a:lnSpc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es-CR" sz="1800" b="0" dirty="0">
                          <a:effectLst/>
                        </a:rPr>
                        <a:t>Cuarto, Coordina Karen</a:t>
                      </a:r>
                      <a:endParaRPr lang="es-CR" sz="1800" b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800" marR="598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800" dirty="0">
                          <a:effectLst/>
                        </a:rPr>
                        <a:t>Luis S, Andrea Ch</a:t>
                      </a:r>
                      <a:endParaRPr lang="es-CR" sz="18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800" marR="59800" marT="0" marB="0"/>
                </a:tc>
                <a:extLst>
                  <a:ext uri="{0D108BD9-81ED-4DB2-BD59-A6C34878D82A}">
                    <a16:rowId xmlns:a16="http://schemas.microsoft.com/office/drawing/2014/main" val="2140453651"/>
                  </a:ext>
                </a:extLst>
              </a:tr>
              <a:tr h="419043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6000"/>
                        </a:lnSpc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es-CR" sz="1800" b="0" dirty="0">
                          <a:effectLst/>
                        </a:rPr>
                        <a:t>Quinto, Coordina Karen</a:t>
                      </a:r>
                      <a:endParaRPr lang="es-CR" sz="1800" b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800" marR="598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800" dirty="0">
                          <a:effectLst/>
                        </a:rPr>
                        <a:t>Carmen H., Gabriela J.</a:t>
                      </a:r>
                      <a:endParaRPr lang="es-CR" sz="18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800" marR="59800" marT="0" marB="0"/>
                </a:tc>
                <a:extLst>
                  <a:ext uri="{0D108BD9-81ED-4DB2-BD59-A6C34878D82A}">
                    <a16:rowId xmlns:a16="http://schemas.microsoft.com/office/drawing/2014/main" val="271196321"/>
                  </a:ext>
                </a:extLst>
              </a:tr>
              <a:tr h="419043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6000"/>
                        </a:lnSpc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es-CR" sz="1800" b="0" dirty="0">
                          <a:effectLst/>
                        </a:rPr>
                        <a:t>Sexto, Coordina Daniela</a:t>
                      </a:r>
                      <a:endParaRPr lang="es-CR" sz="1800" b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800" marR="598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800" dirty="0" err="1">
                          <a:effectLst/>
                        </a:rPr>
                        <a:t>Blanny</a:t>
                      </a:r>
                      <a:r>
                        <a:rPr lang="es-CR" sz="1800" dirty="0">
                          <a:effectLst/>
                        </a:rPr>
                        <a:t>, Jessica R.</a:t>
                      </a:r>
                      <a:endParaRPr lang="es-CR" sz="18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800" marR="59800" marT="0" marB="0"/>
                </a:tc>
                <a:extLst>
                  <a:ext uri="{0D108BD9-81ED-4DB2-BD59-A6C34878D82A}">
                    <a16:rowId xmlns:a16="http://schemas.microsoft.com/office/drawing/2014/main" val="3370661495"/>
                  </a:ext>
                </a:extLst>
              </a:tr>
              <a:tr h="419043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6000"/>
                        </a:lnSpc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es-CR" sz="1800" b="0" dirty="0">
                          <a:effectLst/>
                        </a:rPr>
                        <a:t>Sétimo, Coordina Daniela</a:t>
                      </a:r>
                      <a:endParaRPr lang="es-CR" sz="1800" b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800" marR="598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1800" dirty="0">
                          <a:effectLst/>
                        </a:rPr>
                        <a:t>Heidi, Rodolfo</a:t>
                      </a:r>
                      <a:endParaRPr lang="es-CR" sz="18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800" marR="59800" marT="0" marB="0"/>
                </a:tc>
                <a:extLst>
                  <a:ext uri="{0D108BD9-81ED-4DB2-BD59-A6C34878D82A}">
                    <a16:rowId xmlns:a16="http://schemas.microsoft.com/office/drawing/2014/main" val="4116053534"/>
                  </a:ext>
                </a:extLst>
              </a:tr>
              <a:tr h="419043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6000"/>
                        </a:lnSpc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es-CR" sz="2000" b="0" dirty="0">
                          <a:effectLst/>
                        </a:rPr>
                        <a:t>Octavo, Coordina Kevin</a:t>
                      </a:r>
                      <a:endParaRPr lang="es-CR" sz="2000" b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800" marR="598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2000" dirty="0">
                          <a:effectLst/>
                        </a:rPr>
                        <a:t>Synais, </a:t>
                      </a:r>
                      <a:r>
                        <a:rPr lang="es-CR" sz="2000" dirty="0" err="1">
                          <a:effectLst/>
                        </a:rPr>
                        <a:t>Augrey</a:t>
                      </a:r>
                      <a:endParaRPr lang="es-CR" sz="2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800" marR="59800" marT="0" marB="0"/>
                </a:tc>
                <a:extLst>
                  <a:ext uri="{0D108BD9-81ED-4DB2-BD59-A6C34878D82A}">
                    <a16:rowId xmlns:a16="http://schemas.microsoft.com/office/drawing/2014/main" val="4225847669"/>
                  </a:ext>
                </a:extLst>
              </a:tr>
              <a:tr h="419043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6000"/>
                        </a:lnSpc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es-CR" sz="2000" b="0" dirty="0">
                          <a:effectLst/>
                        </a:rPr>
                        <a:t>Noveno, Coordina Kevin</a:t>
                      </a:r>
                      <a:endParaRPr lang="es-CR" sz="2000" b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800" marR="5980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6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R" sz="2000" dirty="0">
                          <a:effectLst/>
                        </a:rPr>
                        <a:t>Allan M, Alberto</a:t>
                      </a:r>
                      <a:endParaRPr lang="es-CR" sz="2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800" marR="59800" marT="0" marB="0"/>
                </a:tc>
                <a:extLst>
                  <a:ext uri="{0D108BD9-81ED-4DB2-BD59-A6C34878D82A}">
                    <a16:rowId xmlns:a16="http://schemas.microsoft.com/office/drawing/2014/main" val="197404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70312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BE67AF6B00BAB469C7FFDCA5F67DDF6" ma:contentTypeVersion="15" ma:contentTypeDescription="Crear nuevo documento." ma:contentTypeScope="" ma:versionID="5c93b4c592fe5fbc4d8d46d0a9eaf752">
  <xsd:schema xmlns:xsd="http://www.w3.org/2001/XMLSchema" xmlns:xs="http://www.w3.org/2001/XMLSchema" xmlns:p="http://schemas.microsoft.com/office/2006/metadata/properties" xmlns:ns2="a65f68e9-1bb3-4ef6-81ee-cd4f0761406a" xmlns:ns3="00adeb45-501c-4940-a221-5869bf7bbc99" targetNamespace="http://schemas.microsoft.com/office/2006/metadata/properties" ma:root="true" ma:fieldsID="923d4a8cd75c05501bf1bcf75bf92b96" ns2:_="" ns3:_="">
    <xsd:import namespace="a65f68e9-1bb3-4ef6-81ee-cd4f0761406a"/>
    <xsd:import namespace="00adeb45-501c-4940-a221-5869bf7bbc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  <xsd:element ref="ns2:Seleccion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5f68e9-1bb3-4ef6-81ee-cd4f076140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8a094f3-5355-4f18-8742-8f039f4031a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Seleccione" ma:index="22" nillable="true" ma:displayName="Seleccione" ma:format="Dropdown" ma:internalName="Seleccione">
      <xsd:simpleType>
        <xsd:restriction base="dms:Choice">
          <xsd:enumeration value="Opción 1"/>
          <xsd:enumeration value="Opción 2"/>
          <xsd:enumeration value="Opción 3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adeb45-501c-4940-a221-5869bf7bbc9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eleccione xmlns="a65f68e9-1bb3-4ef6-81ee-cd4f0761406a" xsi:nil="true"/>
    <lcf76f155ced4ddcb4097134ff3c332f xmlns="a65f68e9-1bb3-4ef6-81ee-cd4f0761406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D2E9CA0-7386-4EC4-93A0-8E073C25A8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65f68e9-1bb3-4ef6-81ee-cd4f0761406a"/>
    <ds:schemaRef ds:uri="00adeb45-501c-4940-a221-5869bf7bbc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2CE1897-0F05-4D83-A969-9492E356D58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56A92A2-D595-4313-81A4-EB568DDC8072}">
  <ds:schemaRefs>
    <ds:schemaRef ds:uri="00adeb45-501c-4940-a221-5869bf7bbc99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terms/"/>
    <ds:schemaRef ds:uri="http://schemas.microsoft.com/office/infopath/2007/PartnerControls"/>
    <ds:schemaRef ds:uri="a65f68e9-1bb3-4ef6-81ee-cd4f0761406a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141</Words>
  <Application>Microsoft Office PowerPoint</Application>
  <PresentationFormat>Panorámica</PresentationFormat>
  <Paragraphs>28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Diseño de planeamientos para la Formación Tecnológica 2027</vt:lpstr>
      <vt:lpstr>Origen y objetivo  de la tarea</vt:lpstr>
      <vt:lpstr>Equipos de diseño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Karen Ivone White Acuna</cp:lastModifiedBy>
  <cp:revision>1</cp:revision>
  <dcterms:created xsi:type="dcterms:W3CDTF">2026-09-07T14:44:56Z</dcterms:created>
  <dcterms:modified xsi:type="dcterms:W3CDTF">2026-09-07T15:22:50Z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0x0101002BE67AF6B00BAB469C7FFDCA5F67DDF6</vt:lpwstr>
  </property>
  <property fmtid="{D5CDD505-2E9C-101B-9397-08002B2CF9AE}" pid="3" name="MediaServiceImageTags">
    <vt:lpwstr/>
  </property>
</Properties>
</file>