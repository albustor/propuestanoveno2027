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C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367B"/>
    <a:srgbClr val="536DB1"/>
    <a:srgbClr val="31B0D9"/>
    <a:srgbClr val="17AFA4"/>
    <a:srgbClr val="2429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86"/>
    <p:restoredTop sz="94607"/>
  </p:normalViewPr>
  <p:slideViewPr>
    <p:cSldViewPr snapToGrid="0" showGuides="1">
      <p:cViewPr varScale="1">
        <p:scale>
          <a:sx n="119" d="100"/>
          <a:sy n="119" d="100"/>
        </p:scale>
        <p:origin x="632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2.xml"/><Relationship Id="rId5" Type="http://schemas.openxmlformats.org/officeDocument/2006/relationships/slide" Target="slides/slide4.xml"/><Relationship Id="rId1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9002A6-560C-E798-539F-F99C623634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AC312AD-04FA-1FD8-4551-9B753CAF3E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1F83281-5A5C-4F71-0003-05929889B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9717-8C68-AC49-91FF-A24130697ACD}" type="datetimeFigureOut">
              <a:rPr lang="es-CR" smtClean="0"/>
              <a:t>3/2/25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BADD80-92D2-A25C-4370-E00A0415A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43ECDE-CBA3-4C01-6A01-0A6C47AB9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720D3-1251-8642-ACF3-1FCED7671AB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870531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8F439B-ED87-F02E-6F09-8504A7269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0D35FC-61D5-0D54-0ABA-133981D1E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FDA6759-01BC-0D7E-A86C-65397D1B2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9717-8C68-AC49-91FF-A24130697ACD}" type="datetimeFigureOut">
              <a:rPr lang="es-CR" smtClean="0"/>
              <a:t>3/2/25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1315C7-D164-F24B-9704-26BD980C9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9F6CDB-C22C-4ED3-E114-DB3646403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720D3-1251-8642-ACF3-1FCED7671AB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07143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F732D9-7607-CC15-F1FE-909EA882B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D32CF4-BC19-3FBF-8B1F-CA48824135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645513-5A45-0DE2-A942-0BE79077A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9717-8C68-AC49-91FF-A24130697ACD}" type="datetimeFigureOut">
              <a:rPr lang="es-CR" smtClean="0"/>
              <a:t>3/2/25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612BDB-C955-1886-4B1C-EF2B3A50C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283BAD-473C-8621-B6A7-E0B0537A7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720D3-1251-8642-ACF3-1FCED7671AB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43401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1FAD6A-16F9-E16D-59A9-7C3774331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35ABB9-ABAA-6F22-DA1E-7BBB3B97EE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5657E2C-781A-41B3-7C4D-D9FBF33468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58A65D2-7AF9-73D3-A8C2-642775E62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9717-8C68-AC49-91FF-A24130697ACD}" type="datetimeFigureOut">
              <a:rPr lang="es-CR" smtClean="0"/>
              <a:t>3/2/25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8BD7E14-3CAF-FF24-B2CD-9ACC24CBB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55209F8-8E20-C15A-B968-A76D22B89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720D3-1251-8642-ACF3-1FCED7671AB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69753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BEE77D-37F4-848C-CD67-3D133C952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EDF0B9-A47E-3368-F03D-D96625235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2DC7605-EFFA-3BBA-686E-3625DDAB30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062AF12-3396-D829-4510-C16F123042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A18F56C-B9FE-33D6-687F-B71F1DAD7D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C788884-D73D-106E-FC12-1CF6431D2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9717-8C68-AC49-91FF-A24130697ACD}" type="datetimeFigureOut">
              <a:rPr lang="es-CR" smtClean="0"/>
              <a:t>3/2/25</a:t>
            </a:fld>
            <a:endParaRPr lang="es-C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776B7A4-6E62-8279-ED6B-5F503596E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B47B2A7-2573-2DF1-294D-135917DAA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720D3-1251-8642-ACF3-1FCED7671AB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74836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87CDF3-C410-57D4-D5DD-E6F2648BE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A3621D2-99A6-08DB-23E0-A55762DED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9717-8C68-AC49-91FF-A24130697ACD}" type="datetimeFigureOut">
              <a:rPr lang="es-CR" smtClean="0"/>
              <a:t>3/2/25</a:t>
            </a:fld>
            <a:endParaRPr lang="es-C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51CB2AA-2F86-CE89-258E-FA041CA72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F406E28-A89B-84B8-6B9B-8D29E6E7E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720D3-1251-8642-ACF3-1FCED7671AB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239579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3720C20-D380-960A-4225-E476CCA53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9717-8C68-AC49-91FF-A24130697ACD}" type="datetimeFigureOut">
              <a:rPr lang="es-CR" smtClean="0"/>
              <a:t>3/2/25</a:t>
            </a:fld>
            <a:endParaRPr lang="es-C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040C0FA-8F56-4CC9-F107-95480E05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F850E17-8E3D-E385-FFC8-53E7D8525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720D3-1251-8642-ACF3-1FCED7671AB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63319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E379A-5E94-FDC5-B1B4-1893477CD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46ADE6-561D-3D41-8069-DBD29C384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113F49B-E99A-4A7E-998F-1BFDA6FB6B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45AAB41-A204-1637-172E-A94A8CC50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9717-8C68-AC49-91FF-A24130697ACD}" type="datetimeFigureOut">
              <a:rPr lang="es-CR" smtClean="0"/>
              <a:t>3/2/25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E0AA353-62FB-437E-7C09-ED0E8CDEC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84C6C49-880F-1421-BF68-C1F192E0B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720D3-1251-8642-ACF3-1FCED7671AB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043021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0F45B5-645D-BCC4-E76A-8E65D039C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1879587-8ABE-5E86-A8ED-889DAAB309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4E3C63E-E08C-A285-4736-0AA1862FFD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6BF984D-24D5-0FCD-014B-942B1A99D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9717-8C68-AC49-91FF-A24130697ACD}" type="datetimeFigureOut">
              <a:rPr lang="es-CR" smtClean="0"/>
              <a:t>3/2/25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E6C310D-941B-979C-BA88-4D1C5D03E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352D341-70E6-2196-50B2-AE09CEA44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720D3-1251-8642-ACF3-1FCED7671AB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980244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5147FB-CA0B-F511-7F82-08EB59F65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9CBBDC5-3B8E-6BE1-DD9D-BFFBD6A557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6BD703D-8D7A-6D8B-38C9-2BDBEB9FC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9717-8C68-AC49-91FF-A24130697ACD}" type="datetimeFigureOut">
              <a:rPr lang="es-CR" smtClean="0"/>
              <a:t>3/2/25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8EA3E2-F2EF-1194-7CED-846EDA7DF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C3A666E-E816-06F2-FE51-3B6710981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720D3-1251-8642-ACF3-1FCED7671AB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163141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7C069DC-7E6A-BEA0-72CF-053123A18E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37E9BD7-707C-220B-A8AA-E10C39E3DD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555C27-807C-FFA1-1738-1FD087DDF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9717-8C68-AC49-91FF-A24130697ACD}" type="datetimeFigureOut">
              <a:rPr lang="es-CR" smtClean="0"/>
              <a:t>3/2/25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D4F84D-518D-FBBC-1890-B897AA60C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C9D542-61C4-7663-36EC-5231A6C13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720D3-1251-8642-ACF3-1FCED7671AB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124848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D47C38B-467F-241C-B502-1EC856410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820FA1A-DAE8-09B1-5407-645A0A3A67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5EEFD1-6CE6-FCC0-E52C-7402649E9B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69717-8C68-AC49-91FF-A24130697ACD}" type="datetimeFigureOut">
              <a:rPr lang="es-CR" smtClean="0"/>
              <a:t>3/2/25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9B4845-1BDB-72FC-8647-3F046A3B31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65621D4-9C44-5FC8-3634-72F190FD87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5720D3-1251-8642-ACF3-1FCED7671AB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614183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3BF987C4-E993-3538-0EAB-7B1A3FE3E71E}"/>
              </a:ext>
            </a:extLst>
          </p:cNvPr>
          <p:cNvSpPr txBox="1"/>
          <p:nvPr/>
        </p:nvSpPr>
        <p:spPr>
          <a:xfrm>
            <a:off x="475989" y="926926"/>
            <a:ext cx="10647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R" sz="2400" b="1" dirty="0">
                <a:solidFill>
                  <a:srgbClr val="2429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Implementación de la malla curricular de formación tecnológica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1FE99B5-1405-4FA2-879D-D7764A3FC538}"/>
              </a:ext>
            </a:extLst>
          </p:cNvPr>
          <p:cNvSpPr txBox="1"/>
          <p:nvPr/>
        </p:nvSpPr>
        <p:spPr>
          <a:xfrm>
            <a:off x="225468" y="1503123"/>
            <a:ext cx="2398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 Ciclo: IV Nivel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CDB0B33-B13C-9733-A5B6-8C6C26A62614}"/>
              </a:ext>
            </a:extLst>
          </p:cNvPr>
          <p:cNvSpPr txBox="1"/>
          <p:nvPr/>
        </p:nvSpPr>
        <p:spPr>
          <a:xfrm>
            <a:off x="6601215" y="2755689"/>
            <a:ext cx="4922729" cy="1647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CR" sz="3600" b="1" dirty="0">
                <a:solidFill>
                  <a:srgbClr val="2429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Espacio para el título </a:t>
            </a:r>
          </a:p>
          <a:p>
            <a:pPr>
              <a:lnSpc>
                <a:spcPct val="150000"/>
              </a:lnSpc>
            </a:pPr>
            <a:r>
              <a:rPr lang="es-CR" sz="3600" b="1" dirty="0">
                <a:solidFill>
                  <a:srgbClr val="2429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 Recurso</a:t>
            </a:r>
          </a:p>
        </p:txBody>
      </p:sp>
    </p:spTree>
    <p:extLst>
      <p:ext uri="{BB962C8B-B14F-4D97-AF65-F5344CB8AC3E}">
        <p14:creationId xmlns:p14="http://schemas.microsoft.com/office/powerpoint/2010/main" val="3482218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4290C93-90C8-8631-2036-D8B3709EF919}"/>
              </a:ext>
            </a:extLst>
          </p:cNvPr>
          <p:cNvSpPr txBox="1"/>
          <p:nvPr/>
        </p:nvSpPr>
        <p:spPr>
          <a:xfrm>
            <a:off x="325677" y="450900"/>
            <a:ext cx="9569885" cy="1131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CR" sz="2400" b="1" dirty="0">
                <a:solidFill>
                  <a:srgbClr val="2429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Espacio para el título del Recurso </a:t>
            </a:r>
            <a:r>
              <a:rPr lang="es-ES" altLang="es-CR" sz="2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(24 puntos Arial Bold)</a:t>
            </a:r>
          </a:p>
          <a:p>
            <a:pPr>
              <a:lnSpc>
                <a:spcPct val="150000"/>
              </a:lnSpc>
            </a:pPr>
            <a:endParaRPr lang="es-CR" sz="2400" b="1" dirty="0">
              <a:solidFill>
                <a:srgbClr val="24295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uadroTexto 1">
            <a:extLst>
              <a:ext uri="{FF2B5EF4-FFF2-40B4-BE49-F238E27FC236}">
                <a16:creationId xmlns:a16="http://schemas.microsoft.com/office/drawing/2014/main" id="{AE5F10CC-80D3-A65E-E5E1-D940CE8676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7394" y="1852417"/>
            <a:ext cx="9958387" cy="433759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  <a:defRPr/>
            </a:pPr>
            <a:r>
              <a:rPr lang="es-ES" altLang="es-CR" sz="1800" b="1" dirty="0">
                <a:solidFill>
                  <a:srgbClr val="536DB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Subtítulo (18 puntos Arial Bold)</a:t>
            </a:r>
            <a:endParaRPr lang="es-CR" altLang="es-CR" sz="1800" dirty="0">
              <a:solidFill>
                <a:srgbClr val="536DB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  <a:defRPr/>
            </a:pPr>
            <a:r>
              <a:rPr lang="es-ES" altLang="es-CR" sz="1800" b="1" dirty="0"/>
              <a:t> </a:t>
            </a:r>
            <a:endParaRPr lang="es-CR" altLang="es-CR" sz="1800" dirty="0"/>
          </a:p>
          <a:p>
            <a:pPr algn="just">
              <a:lnSpc>
                <a:spcPct val="150000"/>
              </a:lnSpc>
              <a:buNone/>
            </a:pPr>
            <a:r>
              <a:rPr lang="es-CR" altLang="es-CR" sz="1800" b="1" dirty="0">
                <a:latin typeface="Arial" panose="020B0604020202020204" pitchFamily="34" charset="0"/>
                <a:cs typeface="Arial" panose="020B0604020202020204" pitchFamily="34" charset="0"/>
              </a:rPr>
              <a:t>Párrafos o cuerpo justificados a la izquierda y con un interlineado de 1,5 </a:t>
            </a:r>
            <a:r>
              <a:rPr lang="es-CR" altLang="es-CR" sz="18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s-CR" altLang="es-CR" sz="1800" b="1" dirty="0">
                <a:latin typeface="Arial" panose="020B0604020202020204" pitchFamily="34" charset="0"/>
                <a:cs typeface="Arial" panose="020B0604020202020204" pitchFamily="34" charset="0"/>
              </a:rPr>
              <a:t>en Arial 18 </a:t>
            </a:r>
            <a:r>
              <a:rPr lang="es-CR" altLang="es-CR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pts</a:t>
            </a:r>
            <a:r>
              <a:rPr lang="es-CR" altLang="es-CR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ipsum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dolor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sit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Nullam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euismod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hendrerit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imperdiet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. In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hac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habitasse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platea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dictumst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. Ut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nulla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magna,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faucibus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eleifend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luctus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molestie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posuere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sed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ipsum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Aliquam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faucibus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erat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eu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ex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feugiat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ornare.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condimentum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velit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maximus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tincidunt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, justo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felis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accumsan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neque, ut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rutrum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ligula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nec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sem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Praesent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faucibus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tristique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urna,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nec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porttitor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est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placerat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non. Nunc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ornare mi, at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tristique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lectus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ultricies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at.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Nam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laoreet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tellus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tristique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semper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None/>
            </a:pPr>
            <a:endParaRPr lang="es-CR" altLang="es-CR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6906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2">
            <a:extLst>
              <a:ext uri="{FF2B5EF4-FFF2-40B4-BE49-F238E27FC236}">
                <a16:creationId xmlns:a16="http://schemas.microsoft.com/office/drawing/2014/main" id="{C7D66F27-C2D3-112F-533D-8D08E182FA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8776" y="782921"/>
            <a:ext cx="6080125" cy="49807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s-ES" altLang="es-CR" sz="2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TÍTULO (24 puntos Arial Bold)</a:t>
            </a:r>
            <a:endParaRPr lang="es-CR" altLang="es-CR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s-ES" altLang="es-CR" sz="1800" b="1" dirty="0"/>
              <a:t> </a:t>
            </a:r>
            <a:endParaRPr lang="es-CR" altLang="es-CR" sz="1800" dirty="0"/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s-ES" altLang="es-CR" sz="1800" b="1" dirty="0">
                <a:solidFill>
                  <a:srgbClr val="536DB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Subtítulo (18 puntos Arial Bold)</a:t>
            </a:r>
            <a:endParaRPr lang="es-CR" altLang="es-CR" sz="1800" dirty="0">
              <a:solidFill>
                <a:srgbClr val="536DB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s-ES" altLang="es-CR" sz="1800" b="1" dirty="0"/>
              <a:t> </a:t>
            </a:r>
            <a:endParaRPr lang="es-CR" altLang="es-CR" sz="1800" dirty="0"/>
          </a:p>
          <a:p>
            <a:pPr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s-CR" altLang="es-CR" sz="1800" b="1" dirty="0">
                <a:latin typeface="Arial" panose="020B0604020202020204" pitchFamily="34" charset="0"/>
                <a:cs typeface="Arial" panose="020B0604020202020204" pitchFamily="34" charset="0"/>
              </a:rPr>
              <a:t>Párrafos o cuerpo justificados a la izquierda y con un interlineado de 1,5 </a:t>
            </a:r>
            <a:r>
              <a:rPr lang="es-CR" altLang="es-CR" sz="18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s-CR" altLang="es-CR" sz="1800" b="1" dirty="0">
                <a:latin typeface="Arial" panose="020B0604020202020204" pitchFamily="34" charset="0"/>
                <a:cs typeface="Arial" panose="020B0604020202020204" pitchFamily="34" charset="0"/>
              </a:rPr>
              <a:t>en Arial 18 pts.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ipsum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dolor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sit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Nullam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euismod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hendrerit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imperdiet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. In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hac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habitasse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platea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dictumst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. Ut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nulla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magna,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faucibus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eleifend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luctus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molestie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posuere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sed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ipsum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Aliquam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faucibus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erat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eu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ex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feugiat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ornare.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condimentum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velit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maximus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tincidunt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, justo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felis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accumsan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neque, ut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rutrum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ligula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nec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sem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06057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624B1CA-6845-2C2B-543D-8A4D5831738E}"/>
              </a:ext>
            </a:extLst>
          </p:cNvPr>
          <p:cNvSpPr txBox="1"/>
          <p:nvPr/>
        </p:nvSpPr>
        <p:spPr>
          <a:xfrm>
            <a:off x="1116806" y="832894"/>
            <a:ext cx="9958387" cy="253402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s-ES" b="1" dirty="0">
                <a:solidFill>
                  <a:srgbClr val="2429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Viñetas (18 puntos Arial)</a:t>
            </a:r>
            <a:endParaRPr lang="es-CR" dirty="0">
              <a:solidFill>
                <a:srgbClr val="24295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s-ES" b="1" dirty="0"/>
              <a:t> </a:t>
            </a:r>
            <a:endParaRPr lang="es-CR" dirty="0"/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s-CR" b="1" dirty="0">
                <a:latin typeface="Arial" panose="020B0604020202020204" pitchFamily="34" charset="0"/>
                <a:cs typeface="Arial" panose="020B0604020202020204" pitchFamily="34" charset="0"/>
              </a:rPr>
              <a:t>Párrafos o cuerpo justificados a la izquierda y con un interlineado de 1,5 en Arial </a:t>
            </a:r>
            <a:r>
              <a:rPr lang="es-CR" altLang="es-CR" sz="1800" b="1">
                <a:latin typeface="Arial" panose="020B0604020202020204" pitchFamily="34" charset="0"/>
                <a:cs typeface="Arial" panose="020B0604020202020204" pitchFamily="34" charset="0"/>
              </a:rPr>
              <a:t>18 pts</a:t>
            </a:r>
            <a:r>
              <a:rPr lang="es-CR" b="1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C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ipsum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dolor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sit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Nullam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euismod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hendrerit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imperdiet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C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24C8937-0DE8-BCAA-A9E7-387C179A9F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5388" y="3811588"/>
            <a:ext cx="99583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ES" altLang="es-CR" sz="1800" b="1" dirty="0">
                <a:latin typeface="Arial" panose="020B0604020202020204" pitchFamily="34" charset="0"/>
                <a:cs typeface="Arial" panose="020B0604020202020204" pitchFamily="34" charset="0"/>
              </a:rPr>
              <a:t>Tablas</a:t>
            </a:r>
            <a:r>
              <a:rPr lang="es-ES" altLang="es-CR" sz="1800" b="1" dirty="0"/>
              <a:t> </a:t>
            </a:r>
            <a:endParaRPr lang="es-CR" altLang="es-CR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Tabla 2">
            <a:extLst>
              <a:ext uri="{FF2B5EF4-FFF2-40B4-BE49-F238E27FC236}">
                <a16:creationId xmlns:a16="http://schemas.microsoft.com/office/drawing/2014/main" id="{0D457564-329B-52B1-5CE1-6B7712E421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0181965"/>
              </p:ext>
            </p:extLst>
          </p:nvPr>
        </p:nvGraphicFramePr>
        <p:xfrm>
          <a:off x="1289050" y="4248150"/>
          <a:ext cx="9764712" cy="138120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254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4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4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s-CR" sz="1800" dirty="0">
                          <a:solidFill>
                            <a:schemeClr val="bg1"/>
                          </a:solidFill>
                        </a:rPr>
                        <a:t>Texto</a:t>
                      </a:r>
                    </a:p>
                  </a:txBody>
                  <a:tcPr marT="45733" marB="45733">
                    <a:solidFill>
                      <a:srgbClr val="27367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s-CR" sz="1800" dirty="0">
                          <a:solidFill>
                            <a:schemeClr val="bg1"/>
                          </a:solidFill>
                        </a:rPr>
                        <a:t>Texto</a:t>
                      </a:r>
                    </a:p>
                  </a:txBody>
                  <a:tcPr marT="45733" marB="45733">
                    <a:solidFill>
                      <a:srgbClr val="27367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s-CR" sz="1800" dirty="0">
                          <a:solidFill>
                            <a:schemeClr val="bg1"/>
                          </a:solidFill>
                        </a:rPr>
                        <a:t>Texto</a:t>
                      </a:r>
                    </a:p>
                  </a:txBody>
                  <a:tcPr marT="45733" marB="45733">
                    <a:solidFill>
                      <a:srgbClr val="2736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s-CR" sz="1800" dirty="0"/>
                    </a:p>
                  </a:txBody>
                  <a:tcPr marT="45733" marB="45733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s-CR" sz="1800" dirty="0"/>
                    </a:p>
                  </a:txBody>
                  <a:tcPr marT="45733" marB="45733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s-CR" sz="1800" dirty="0"/>
                    </a:p>
                  </a:txBody>
                  <a:tcPr marT="45733" marB="45733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849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s-CR" sz="1800" dirty="0"/>
                    </a:p>
                  </a:txBody>
                  <a:tcPr marT="45733" marB="45733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s-CR" sz="1800" dirty="0"/>
                    </a:p>
                  </a:txBody>
                  <a:tcPr marT="45733" marB="45733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s-CR" sz="1800" dirty="0"/>
                    </a:p>
                  </a:txBody>
                  <a:tcPr marT="45733" marB="45733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28121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BE67AF6B00BAB469C7FFDCA5F67DDF6" ma:contentTypeVersion="15" ma:contentTypeDescription="Crear nuevo documento." ma:contentTypeScope="" ma:versionID="5c93b4c592fe5fbc4d8d46d0a9eaf752">
  <xsd:schema xmlns:xsd="http://www.w3.org/2001/XMLSchema" xmlns:xs="http://www.w3.org/2001/XMLSchema" xmlns:p="http://schemas.microsoft.com/office/2006/metadata/properties" xmlns:ns2="a65f68e9-1bb3-4ef6-81ee-cd4f0761406a" xmlns:ns3="00adeb45-501c-4940-a221-5869bf7bbc99" targetNamespace="http://schemas.microsoft.com/office/2006/metadata/properties" ma:root="true" ma:fieldsID="923d4a8cd75c05501bf1bcf75bf92b96" ns2:_="" ns3:_="">
    <xsd:import namespace="a65f68e9-1bb3-4ef6-81ee-cd4f0761406a"/>
    <xsd:import namespace="00adeb45-501c-4940-a221-5869bf7bbc9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2:MediaLengthInSeconds" minOccurs="0"/>
                <xsd:element ref="ns2:Seleccion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5f68e9-1bb3-4ef6-81ee-cd4f076140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8a094f3-5355-4f18-8742-8f039f4031a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Seleccione" ma:index="22" nillable="true" ma:displayName="Seleccione" ma:format="Dropdown" ma:internalName="Seleccione">
      <xsd:simpleType>
        <xsd:restriction base="dms:Choice">
          <xsd:enumeration value="Opción 1"/>
          <xsd:enumeration value="Opción 2"/>
          <xsd:enumeration value="Opción 3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adeb45-501c-4940-a221-5869bf7bbc99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65f68e9-1bb3-4ef6-81ee-cd4f0761406a">
      <Terms xmlns="http://schemas.microsoft.com/office/infopath/2007/PartnerControls"/>
    </lcf76f155ced4ddcb4097134ff3c332f>
    <Seleccione xmlns="a65f68e9-1bb3-4ef6-81ee-cd4f0761406a" xsi:nil="true"/>
  </documentManagement>
</p:properties>
</file>

<file path=customXml/itemProps1.xml><?xml version="1.0" encoding="utf-8"?>
<ds:datastoreItem xmlns:ds="http://schemas.openxmlformats.org/officeDocument/2006/customXml" ds:itemID="{DD20D6DB-0E8C-43D8-8EFC-A8840667310C}"/>
</file>

<file path=customXml/itemProps2.xml><?xml version="1.0" encoding="utf-8"?>
<ds:datastoreItem xmlns:ds="http://schemas.openxmlformats.org/officeDocument/2006/customXml" ds:itemID="{52777805-723D-477B-B185-B4D3E5FEF2D1}"/>
</file>

<file path=customXml/itemProps3.xml><?xml version="1.0" encoding="utf-8"?>
<ds:datastoreItem xmlns:ds="http://schemas.openxmlformats.org/officeDocument/2006/customXml" ds:itemID="{AF3CB6B3-1BA5-4F8B-8640-CE82B5D7A837}"/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288</Words>
  <Application>Microsoft Macintosh PowerPoint</Application>
  <PresentationFormat>Panorámica</PresentationFormat>
  <Paragraphs>22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Gabriela Cruz Martínez</dc:creator>
  <cp:lastModifiedBy>Gabriela Cruz Martínez</cp:lastModifiedBy>
  <cp:revision>11</cp:revision>
  <dcterms:created xsi:type="dcterms:W3CDTF">2025-02-03T16:01:58Z</dcterms:created>
  <dcterms:modified xsi:type="dcterms:W3CDTF">2025-02-03T20:07:13Z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0x0101002BE67AF6B00BAB469C7FFDCA5F67DDF6</vt:lpwstr>
  </property>
</Properties>
</file>