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0D9"/>
    <a:srgbClr val="17AFA4"/>
    <a:srgbClr val="242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6"/>
    <p:restoredTop sz="94607"/>
  </p:normalViewPr>
  <p:slideViewPr>
    <p:cSldViewPr snapToGrid="0" showGuides="1">
      <p:cViewPr varScale="1">
        <p:scale>
          <a:sx n="119" d="100"/>
          <a:sy n="119" d="100"/>
        </p:scale>
        <p:origin x="6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002A6-560C-E798-539F-F99C62363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C312AD-04FA-1FD8-4551-9B753CAF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83281-5A5C-4F71-0003-05929889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ADD80-92D2-A25C-4370-E00A0415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43ECDE-CBA3-4C01-6A01-0A6C47AB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7053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F439B-ED87-F02E-6F09-8504A726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0D35FC-61D5-0D54-0ABA-133981D1E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DA6759-01BC-0D7E-A86C-65397D1B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315C7-D164-F24B-9704-26BD980C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9F6CDB-C22C-4ED3-E114-DB364640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714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732D9-7607-CC15-F1FE-909EA882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32CF4-BC19-3FBF-8B1F-CA488241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645513-5A45-0DE2-A942-0BE79077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12BDB-C955-1886-4B1C-EF2B3A50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283BAD-473C-8621-B6A7-E0B0537A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340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FAD6A-16F9-E16D-59A9-7C377433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35ABB9-ABAA-6F22-DA1E-7BBB3B97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657E2C-781A-41B3-7C4D-D9FBF3346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8A65D2-7AF9-73D3-A8C2-642775E6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BD7E14-3CAF-FF24-B2CD-9ACC24CB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5209F8-8E20-C15A-B968-A76D22B8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975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EE77D-37F4-848C-CD67-3D133C95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DF0B9-A47E-3368-F03D-D9662523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DC7605-EFFA-3BBA-686E-3625DDAB3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62AF12-3396-D829-4510-C16F12304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18F56C-B9FE-33D6-687F-B71F1DAD7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788884-D73D-106E-FC12-1CF6431D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76B7A4-6E62-8279-ED6B-5F503596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47B2A7-2573-2DF1-294D-135917DA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483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7CDF3-C410-57D4-D5DD-E6F2648B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3621D2-99A6-08DB-23E0-A55762DE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1CB2AA-2F86-CE89-258E-FA041CA7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406E28-A89B-84B8-6B9B-8D29E6E7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395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720C20-D380-960A-4225-E476CCA5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040C0FA-8F56-4CC9-F107-95480E05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850E17-8E3D-E385-FFC8-53E7D852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331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E379A-5E94-FDC5-B1B4-1893477C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6ADE6-561D-3D41-8069-DBD29C38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13F49B-E99A-4A7E-998F-1BFDA6FB6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5AAB41-A204-1637-172E-A94A8CC5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0AA353-62FB-437E-7C09-ED0E8CDE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C6C49-880F-1421-BF68-C1F192E0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4302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F45B5-645D-BCC4-E76A-8E65D039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879587-8ABE-5E86-A8ED-889DAAB30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E3C63E-E08C-A285-4736-0AA1862FF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BF984D-24D5-0FCD-014B-942B1A99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6C310D-941B-979C-BA88-4D1C5D03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52D341-70E6-2196-50B2-AE09CEA4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8024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147FB-CA0B-F511-7F82-08EB59F6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CBBDC5-3B8E-6BE1-DD9D-BFFBD6A55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BD703D-8D7A-6D8B-38C9-2BDBEB9F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8EA3E2-F2EF-1194-7CED-846EDA7D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3A666E-E816-06F2-FE51-3B671098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631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C069DC-7E6A-BEA0-72CF-053123A18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7E9BD7-707C-220B-A8AA-E10C39E3D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555C27-807C-FFA1-1738-1FD087DD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D4F84D-518D-FBBC-1890-B897AA60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C9D542-61C4-7663-36EC-5231A6C1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2484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47C38B-467F-241C-B502-1EC85641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20FA1A-DAE8-09B1-5407-645A0A3A6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5EEFD1-6CE6-FCC0-E52C-7402649E9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B4845-1BDB-72FC-8647-3F046A3B3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5621D4-9C44-5FC8-3634-72F190FD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1418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BF987C4-E993-3538-0EAB-7B1A3FE3E71E}"/>
              </a:ext>
            </a:extLst>
          </p:cNvPr>
          <p:cNvSpPr txBox="1"/>
          <p:nvPr/>
        </p:nvSpPr>
        <p:spPr>
          <a:xfrm>
            <a:off x="475989" y="926926"/>
            <a:ext cx="1064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la malla curricular de formación tecnológica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FE99B5-1405-4FA2-879D-D7764A3FC538}"/>
              </a:ext>
            </a:extLst>
          </p:cNvPr>
          <p:cNvSpPr txBox="1"/>
          <p:nvPr/>
        </p:nvSpPr>
        <p:spPr>
          <a:xfrm>
            <a:off x="225468" y="1503123"/>
            <a:ext cx="239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Ciclo: I Nivel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DB0B33-B13C-9733-A5B6-8C6C26A62614}"/>
              </a:ext>
            </a:extLst>
          </p:cNvPr>
          <p:cNvSpPr txBox="1"/>
          <p:nvPr/>
        </p:nvSpPr>
        <p:spPr>
          <a:xfrm>
            <a:off x="6601215" y="2755689"/>
            <a:ext cx="4922729" cy="164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</a:t>
            </a:r>
          </a:p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Recurso</a:t>
            </a:r>
          </a:p>
        </p:txBody>
      </p:sp>
    </p:spTree>
    <p:extLst>
      <p:ext uri="{BB962C8B-B14F-4D97-AF65-F5344CB8AC3E}">
        <p14:creationId xmlns:p14="http://schemas.microsoft.com/office/powerpoint/2010/main" val="3482218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4290C93-90C8-8631-2036-D8B3709EF919}"/>
              </a:ext>
            </a:extLst>
          </p:cNvPr>
          <p:cNvSpPr txBox="1"/>
          <p:nvPr/>
        </p:nvSpPr>
        <p:spPr>
          <a:xfrm>
            <a:off x="325677" y="450900"/>
            <a:ext cx="9569885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del Recurso </a:t>
            </a: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(24 puntos Arial Bold)</a:t>
            </a:r>
          </a:p>
          <a:p>
            <a:pPr>
              <a:lnSpc>
                <a:spcPct val="150000"/>
              </a:lnSpc>
            </a:pPr>
            <a:endParaRPr lang="es-CR" sz="2400" b="1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AE5F10CC-80D3-A65E-E5E1-D940CE86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394" y="1852417"/>
            <a:ext cx="9958387" cy="43375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 algn="just">
              <a:lnSpc>
                <a:spcPct val="150000"/>
              </a:lnSpc>
              <a:buNone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</a:t>
            </a:r>
            <a:r>
              <a:rPr lang="es-CR" altLang="es-C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pts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Praesent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urna,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placerat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non. Nunc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 mi, at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at.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laoreet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semper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0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C7D66F27-C2D3-112F-533D-8D08E182F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776" y="782921"/>
            <a:ext cx="6080125" cy="4980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(24 puntos Arial Bold)</a:t>
            </a:r>
            <a:endParaRPr lang="es-CR" altLang="es-CR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</a:t>
            </a:r>
            <a:r>
              <a:rPr lang="es-CR" altLang="es-C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pts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605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624B1CA-6845-2C2B-543D-8A4D5831738E}"/>
              </a:ext>
            </a:extLst>
          </p:cNvPr>
          <p:cNvSpPr txBox="1"/>
          <p:nvPr/>
        </p:nvSpPr>
        <p:spPr>
          <a:xfrm>
            <a:off x="1116806" y="832894"/>
            <a:ext cx="9958387" cy="25340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s-ES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Viñetas (18 puntos Arial)</a:t>
            </a:r>
            <a:endParaRPr lang="es-CR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ES" b="1" dirty="0"/>
              <a:t> </a:t>
            </a:r>
            <a:endParaRPr lang="es-CR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en Arial </a:t>
            </a:r>
            <a:r>
              <a:rPr lang="es-CR" altLang="es-CR" sz="1800" b="1">
                <a:latin typeface="Arial" panose="020B0604020202020204" pitchFamily="34" charset="0"/>
                <a:cs typeface="Arial" panose="020B0604020202020204" pitchFamily="34" charset="0"/>
              </a:rPr>
              <a:t>18 pts</a:t>
            </a:r>
            <a:r>
              <a:rPr lang="es-CR" b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4C8937-0DE8-BCAA-A9E7-387C179A9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3811588"/>
            <a:ext cx="9958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s-ES" altLang="es-CR" sz="1800" b="1" dirty="0"/>
              <a:t> </a:t>
            </a: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0D457564-329B-52B1-5CE1-6B7712E42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018714"/>
              </p:ext>
            </p:extLst>
          </p:nvPr>
        </p:nvGraphicFramePr>
        <p:xfrm>
          <a:off x="1289050" y="4248150"/>
          <a:ext cx="9764712" cy="138120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5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812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5f68e9-1bb3-4ef6-81ee-cd4f0761406a">
      <Terms xmlns="http://schemas.microsoft.com/office/infopath/2007/PartnerControls"/>
    </lcf76f155ced4ddcb4097134ff3c332f>
    <Seleccione xmlns="a65f68e9-1bb3-4ef6-81ee-cd4f0761406a" xsi:nil="true"/>
  </documentManagement>
</p:properties>
</file>

<file path=customXml/itemProps1.xml><?xml version="1.0" encoding="utf-8"?>
<ds:datastoreItem xmlns:ds="http://schemas.openxmlformats.org/officeDocument/2006/customXml" ds:itemID="{850B77C4-E85B-4161-90A2-15F311B42AFC}"/>
</file>

<file path=customXml/itemProps2.xml><?xml version="1.0" encoding="utf-8"?>
<ds:datastoreItem xmlns:ds="http://schemas.openxmlformats.org/officeDocument/2006/customXml" ds:itemID="{30795435-1B34-4453-96F3-52EFA0A67B86}"/>
</file>

<file path=customXml/itemProps3.xml><?xml version="1.0" encoding="utf-8"?>
<ds:datastoreItem xmlns:ds="http://schemas.openxmlformats.org/officeDocument/2006/customXml" ds:itemID="{416442E8-ED8B-4416-930E-F59A097E2C18}"/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287</Words>
  <Application>Microsoft Macintosh PowerPoint</Application>
  <PresentationFormat>Panorámica</PresentationFormat>
  <Paragraphs>22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Gabriela Cruz Martínez</dc:creator>
  <cp:lastModifiedBy>Gabriela Cruz Martínez</cp:lastModifiedBy>
  <cp:revision>8</cp:revision>
  <dcterms:created xsi:type="dcterms:W3CDTF">2025-02-03T16:01:58Z</dcterms:created>
  <dcterms:modified xsi:type="dcterms:W3CDTF">2025-02-03T20:06:34Z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