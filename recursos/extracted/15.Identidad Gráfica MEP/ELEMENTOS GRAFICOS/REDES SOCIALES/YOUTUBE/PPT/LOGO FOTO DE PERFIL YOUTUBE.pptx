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7999413" cy="79994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21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9956" y="1309164"/>
            <a:ext cx="6799501" cy="2784981"/>
          </a:xfrm>
        </p:spPr>
        <p:txBody>
          <a:bodyPr anchor="b"/>
          <a:lstStyle>
            <a:lvl1pPr algn="ctr">
              <a:defRPr sz="5249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9927" y="4201544"/>
            <a:ext cx="5999560" cy="1931339"/>
          </a:xfrm>
        </p:spPr>
        <p:txBody>
          <a:bodyPr/>
          <a:lstStyle>
            <a:lvl1pPr marL="0" indent="0" algn="ctr">
              <a:buNone/>
              <a:defRPr sz="2100"/>
            </a:lvl1pPr>
            <a:lvl2pPr marL="399959" indent="0" algn="ctr">
              <a:buNone/>
              <a:defRPr sz="1750"/>
            </a:lvl2pPr>
            <a:lvl3pPr marL="799917" indent="0" algn="ctr">
              <a:buNone/>
              <a:defRPr sz="1575"/>
            </a:lvl3pPr>
            <a:lvl4pPr marL="1199876" indent="0" algn="ctr">
              <a:buNone/>
              <a:defRPr sz="1400"/>
            </a:lvl4pPr>
            <a:lvl5pPr marL="1599834" indent="0" algn="ctr">
              <a:buNone/>
              <a:defRPr sz="1400"/>
            </a:lvl5pPr>
            <a:lvl6pPr marL="1999793" indent="0" algn="ctr">
              <a:buNone/>
              <a:defRPr sz="1400"/>
            </a:lvl6pPr>
            <a:lvl7pPr marL="2399751" indent="0" algn="ctr">
              <a:buNone/>
              <a:defRPr sz="1400"/>
            </a:lvl7pPr>
            <a:lvl8pPr marL="2799710" indent="0" algn="ctr">
              <a:buNone/>
              <a:defRPr sz="1400"/>
            </a:lvl8pPr>
            <a:lvl9pPr marL="3199668" indent="0" algn="ctr">
              <a:buNone/>
              <a:defRPr sz="14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25B86-9C2F-4D04-880A-CAF9D1326FFF}" type="datetimeFigureOut">
              <a:rPr lang="es-CR" smtClean="0"/>
              <a:t>1/6/2026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00DD0-21B7-4220-9DE4-5553EEE54DAF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734588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25B86-9C2F-4D04-880A-CAF9D1326FFF}" type="datetimeFigureOut">
              <a:rPr lang="es-CR" smtClean="0"/>
              <a:t>1/6/2026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00DD0-21B7-4220-9DE4-5553EEE54DAF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401954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794" y="1994300"/>
            <a:ext cx="6899494" cy="3327533"/>
          </a:xfrm>
        </p:spPr>
        <p:txBody>
          <a:bodyPr anchor="b"/>
          <a:lstStyle>
            <a:lvl1pPr>
              <a:defRPr sz="5249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5794" y="5353313"/>
            <a:ext cx="6899494" cy="1749871"/>
          </a:xfrm>
        </p:spPr>
        <p:txBody>
          <a:bodyPr/>
          <a:lstStyle>
            <a:lvl1pPr marL="0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1pPr>
            <a:lvl2pPr marL="399959" indent="0">
              <a:buNone/>
              <a:defRPr sz="1750">
                <a:solidFill>
                  <a:schemeClr val="tx1">
                    <a:tint val="82000"/>
                  </a:schemeClr>
                </a:solidFill>
              </a:defRPr>
            </a:lvl2pPr>
            <a:lvl3pPr marL="799917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3pPr>
            <a:lvl4pPr marL="1199876" indent="0">
              <a:buNone/>
              <a:defRPr sz="1400">
                <a:solidFill>
                  <a:schemeClr val="tx1">
                    <a:tint val="82000"/>
                  </a:schemeClr>
                </a:solidFill>
              </a:defRPr>
            </a:lvl4pPr>
            <a:lvl5pPr marL="1599834" indent="0">
              <a:buNone/>
              <a:defRPr sz="1400">
                <a:solidFill>
                  <a:schemeClr val="tx1">
                    <a:tint val="82000"/>
                  </a:schemeClr>
                </a:solidFill>
              </a:defRPr>
            </a:lvl5pPr>
            <a:lvl6pPr marL="1999793" indent="0">
              <a:buNone/>
              <a:defRPr sz="1400">
                <a:solidFill>
                  <a:schemeClr val="tx1">
                    <a:tint val="82000"/>
                  </a:schemeClr>
                </a:solidFill>
              </a:defRPr>
            </a:lvl6pPr>
            <a:lvl7pPr marL="2399751" indent="0">
              <a:buNone/>
              <a:defRPr sz="1400">
                <a:solidFill>
                  <a:schemeClr val="tx1">
                    <a:tint val="82000"/>
                  </a:schemeClr>
                </a:solidFill>
              </a:defRPr>
            </a:lvl7pPr>
            <a:lvl8pPr marL="2799710" indent="0">
              <a:buNone/>
              <a:defRPr sz="1400">
                <a:solidFill>
                  <a:schemeClr val="tx1">
                    <a:tint val="82000"/>
                  </a:schemeClr>
                </a:solidFill>
              </a:defRPr>
            </a:lvl8pPr>
            <a:lvl9pPr marL="3199668" indent="0">
              <a:buNone/>
              <a:defRPr sz="14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25B86-9C2F-4D04-880A-CAF9D1326FFF}" type="datetimeFigureOut">
              <a:rPr lang="es-CR" smtClean="0"/>
              <a:t>1/6/2026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00DD0-21B7-4220-9DE4-5553EEE54DAF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313771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9959" y="2129473"/>
            <a:ext cx="3399751" cy="507555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49703" y="2129473"/>
            <a:ext cx="3399751" cy="507555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25B86-9C2F-4D04-880A-CAF9D1326FFF}" type="datetimeFigureOut">
              <a:rPr lang="es-CR" smtClean="0"/>
              <a:t>1/6/2026</a:t>
            </a:fld>
            <a:endParaRPr lang="es-C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00DD0-21B7-4220-9DE4-5553EEE54DAF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150067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001" y="425897"/>
            <a:ext cx="6899494" cy="154618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002" y="1960968"/>
            <a:ext cx="3384126" cy="961040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399959" indent="0">
              <a:buNone/>
              <a:defRPr sz="1750" b="1"/>
            </a:lvl2pPr>
            <a:lvl3pPr marL="799917" indent="0">
              <a:buNone/>
              <a:defRPr sz="1575" b="1"/>
            </a:lvl3pPr>
            <a:lvl4pPr marL="1199876" indent="0">
              <a:buNone/>
              <a:defRPr sz="1400" b="1"/>
            </a:lvl4pPr>
            <a:lvl5pPr marL="1599834" indent="0">
              <a:buNone/>
              <a:defRPr sz="1400" b="1"/>
            </a:lvl5pPr>
            <a:lvl6pPr marL="1999793" indent="0">
              <a:buNone/>
              <a:defRPr sz="1400" b="1"/>
            </a:lvl6pPr>
            <a:lvl7pPr marL="2399751" indent="0">
              <a:buNone/>
              <a:defRPr sz="1400" b="1"/>
            </a:lvl7pPr>
            <a:lvl8pPr marL="2799710" indent="0">
              <a:buNone/>
              <a:defRPr sz="1400" b="1"/>
            </a:lvl8pPr>
            <a:lvl9pPr marL="3199668" indent="0">
              <a:buNone/>
              <a:defRPr sz="14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1002" y="2922008"/>
            <a:ext cx="3384126" cy="429783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049703" y="1960968"/>
            <a:ext cx="3400792" cy="961040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399959" indent="0">
              <a:buNone/>
              <a:defRPr sz="1750" b="1"/>
            </a:lvl2pPr>
            <a:lvl3pPr marL="799917" indent="0">
              <a:buNone/>
              <a:defRPr sz="1575" b="1"/>
            </a:lvl3pPr>
            <a:lvl4pPr marL="1199876" indent="0">
              <a:buNone/>
              <a:defRPr sz="1400" b="1"/>
            </a:lvl4pPr>
            <a:lvl5pPr marL="1599834" indent="0">
              <a:buNone/>
              <a:defRPr sz="1400" b="1"/>
            </a:lvl5pPr>
            <a:lvl6pPr marL="1999793" indent="0">
              <a:buNone/>
              <a:defRPr sz="1400" b="1"/>
            </a:lvl6pPr>
            <a:lvl7pPr marL="2399751" indent="0">
              <a:buNone/>
              <a:defRPr sz="1400" b="1"/>
            </a:lvl7pPr>
            <a:lvl8pPr marL="2799710" indent="0">
              <a:buNone/>
              <a:defRPr sz="1400" b="1"/>
            </a:lvl8pPr>
            <a:lvl9pPr marL="3199668" indent="0">
              <a:buNone/>
              <a:defRPr sz="14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49703" y="2922008"/>
            <a:ext cx="3400792" cy="429783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25B86-9C2F-4D04-880A-CAF9D1326FFF}" type="datetimeFigureOut">
              <a:rPr lang="es-CR" smtClean="0"/>
              <a:t>1/6/2026</a:t>
            </a:fld>
            <a:endParaRPr lang="es-C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00DD0-21B7-4220-9DE4-5553EEE54DAF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304645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25B86-9C2F-4D04-880A-CAF9D1326FFF}" type="datetimeFigureOut">
              <a:rPr lang="es-CR" smtClean="0"/>
              <a:t>1/6/2026</a:t>
            </a:fld>
            <a:endParaRPr lang="es-C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00DD0-21B7-4220-9DE4-5553EEE54DAF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409802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25B86-9C2F-4D04-880A-CAF9D1326FFF}" type="datetimeFigureOut">
              <a:rPr lang="es-CR" smtClean="0"/>
              <a:t>1/6/2026</a:t>
            </a:fld>
            <a:endParaRPr lang="es-C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00DD0-21B7-4220-9DE4-5553EEE54DAF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499459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002" y="533294"/>
            <a:ext cx="2580019" cy="1866530"/>
          </a:xfrm>
        </p:spPr>
        <p:txBody>
          <a:bodyPr anchor="b"/>
          <a:lstStyle>
            <a:lvl1pPr>
              <a:defRPr sz="2799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00792" y="1151769"/>
            <a:ext cx="4049703" cy="5684768"/>
          </a:xfrm>
        </p:spPr>
        <p:txBody>
          <a:bodyPr/>
          <a:lstStyle>
            <a:lvl1pPr>
              <a:defRPr sz="2799"/>
            </a:lvl1pPr>
            <a:lvl2pPr>
              <a:defRPr sz="2449"/>
            </a:lvl2pPr>
            <a:lvl3pPr>
              <a:defRPr sz="2100"/>
            </a:lvl3pPr>
            <a:lvl4pPr>
              <a:defRPr sz="1750"/>
            </a:lvl4pPr>
            <a:lvl5pPr>
              <a:defRPr sz="1750"/>
            </a:lvl5pPr>
            <a:lvl6pPr>
              <a:defRPr sz="1750"/>
            </a:lvl6pPr>
            <a:lvl7pPr>
              <a:defRPr sz="1750"/>
            </a:lvl7pPr>
            <a:lvl8pPr>
              <a:defRPr sz="1750"/>
            </a:lvl8pPr>
            <a:lvl9pPr>
              <a:defRPr sz="1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1002" y="2399824"/>
            <a:ext cx="2580019" cy="4445971"/>
          </a:xfrm>
        </p:spPr>
        <p:txBody>
          <a:bodyPr/>
          <a:lstStyle>
            <a:lvl1pPr marL="0" indent="0">
              <a:buNone/>
              <a:defRPr sz="1400"/>
            </a:lvl1pPr>
            <a:lvl2pPr marL="399959" indent="0">
              <a:buNone/>
              <a:defRPr sz="1225"/>
            </a:lvl2pPr>
            <a:lvl3pPr marL="799917" indent="0">
              <a:buNone/>
              <a:defRPr sz="1050"/>
            </a:lvl3pPr>
            <a:lvl4pPr marL="1199876" indent="0">
              <a:buNone/>
              <a:defRPr sz="875"/>
            </a:lvl4pPr>
            <a:lvl5pPr marL="1599834" indent="0">
              <a:buNone/>
              <a:defRPr sz="875"/>
            </a:lvl5pPr>
            <a:lvl6pPr marL="1999793" indent="0">
              <a:buNone/>
              <a:defRPr sz="875"/>
            </a:lvl6pPr>
            <a:lvl7pPr marL="2399751" indent="0">
              <a:buNone/>
              <a:defRPr sz="875"/>
            </a:lvl7pPr>
            <a:lvl8pPr marL="2799710" indent="0">
              <a:buNone/>
              <a:defRPr sz="875"/>
            </a:lvl8pPr>
            <a:lvl9pPr marL="3199668" indent="0">
              <a:buNone/>
              <a:defRPr sz="8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25B86-9C2F-4D04-880A-CAF9D1326FFF}" type="datetimeFigureOut">
              <a:rPr lang="es-CR" smtClean="0"/>
              <a:t>1/6/2026</a:t>
            </a:fld>
            <a:endParaRPr lang="es-C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00DD0-21B7-4220-9DE4-5553EEE54DAF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681003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002" y="533294"/>
            <a:ext cx="2580019" cy="1866530"/>
          </a:xfrm>
        </p:spPr>
        <p:txBody>
          <a:bodyPr anchor="b"/>
          <a:lstStyle>
            <a:lvl1pPr>
              <a:defRPr sz="2799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400792" y="1151769"/>
            <a:ext cx="4049703" cy="5684768"/>
          </a:xfrm>
        </p:spPr>
        <p:txBody>
          <a:bodyPr anchor="t"/>
          <a:lstStyle>
            <a:lvl1pPr marL="0" indent="0">
              <a:buNone/>
              <a:defRPr sz="2799"/>
            </a:lvl1pPr>
            <a:lvl2pPr marL="399959" indent="0">
              <a:buNone/>
              <a:defRPr sz="2449"/>
            </a:lvl2pPr>
            <a:lvl3pPr marL="799917" indent="0">
              <a:buNone/>
              <a:defRPr sz="2100"/>
            </a:lvl3pPr>
            <a:lvl4pPr marL="1199876" indent="0">
              <a:buNone/>
              <a:defRPr sz="1750"/>
            </a:lvl4pPr>
            <a:lvl5pPr marL="1599834" indent="0">
              <a:buNone/>
              <a:defRPr sz="1750"/>
            </a:lvl5pPr>
            <a:lvl6pPr marL="1999793" indent="0">
              <a:buNone/>
              <a:defRPr sz="1750"/>
            </a:lvl6pPr>
            <a:lvl7pPr marL="2399751" indent="0">
              <a:buNone/>
              <a:defRPr sz="1750"/>
            </a:lvl7pPr>
            <a:lvl8pPr marL="2799710" indent="0">
              <a:buNone/>
              <a:defRPr sz="1750"/>
            </a:lvl8pPr>
            <a:lvl9pPr marL="3199668" indent="0">
              <a:buNone/>
              <a:defRPr sz="175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1002" y="2399824"/>
            <a:ext cx="2580019" cy="4445971"/>
          </a:xfrm>
        </p:spPr>
        <p:txBody>
          <a:bodyPr/>
          <a:lstStyle>
            <a:lvl1pPr marL="0" indent="0">
              <a:buNone/>
              <a:defRPr sz="1400"/>
            </a:lvl1pPr>
            <a:lvl2pPr marL="399959" indent="0">
              <a:buNone/>
              <a:defRPr sz="1225"/>
            </a:lvl2pPr>
            <a:lvl3pPr marL="799917" indent="0">
              <a:buNone/>
              <a:defRPr sz="1050"/>
            </a:lvl3pPr>
            <a:lvl4pPr marL="1199876" indent="0">
              <a:buNone/>
              <a:defRPr sz="875"/>
            </a:lvl4pPr>
            <a:lvl5pPr marL="1599834" indent="0">
              <a:buNone/>
              <a:defRPr sz="875"/>
            </a:lvl5pPr>
            <a:lvl6pPr marL="1999793" indent="0">
              <a:buNone/>
              <a:defRPr sz="875"/>
            </a:lvl6pPr>
            <a:lvl7pPr marL="2399751" indent="0">
              <a:buNone/>
              <a:defRPr sz="875"/>
            </a:lvl7pPr>
            <a:lvl8pPr marL="2799710" indent="0">
              <a:buNone/>
              <a:defRPr sz="875"/>
            </a:lvl8pPr>
            <a:lvl9pPr marL="3199668" indent="0">
              <a:buNone/>
              <a:defRPr sz="8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25B86-9C2F-4D04-880A-CAF9D1326FFF}" type="datetimeFigureOut">
              <a:rPr lang="es-CR" smtClean="0"/>
              <a:t>1/6/2026</a:t>
            </a:fld>
            <a:endParaRPr lang="es-C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00DD0-21B7-4220-9DE4-5553EEE54DAF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766495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25B86-9C2F-4D04-880A-CAF9D1326FFF}" type="datetimeFigureOut">
              <a:rPr lang="es-CR" smtClean="0"/>
              <a:t>1/6/2026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00DD0-21B7-4220-9DE4-5553EEE54DAF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964783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724581" y="425895"/>
            <a:ext cx="1724873" cy="6779133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9960" y="425895"/>
            <a:ext cx="5074628" cy="6779133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25B86-9C2F-4D04-880A-CAF9D1326FFF}" type="datetimeFigureOut">
              <a:rPr lang="es-CR" smtClean="0"/>
              <a:t>1/6/2026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00DD0-21B7-4220-9DE4-5553EEE54DAF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921004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9960" y="425897"/>
            <a:ext cx="6899494" cy="1546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9960" y="2129473"/>
            <a:ext cx="6899494" cy="50755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9960" y="7414272"/>
            <a:ext cx="1799868" cy="425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B25B86-9C2F-4D04-880A-CAF9D1326FFF}" type="datetimeFigureOut">
              <a:rPr lang="es-CR" smtClean="0"/>
              <a:t>1/6/2026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9806" y="7414272"/>
            <a:ext cx="2699802" cy="425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49585" y="7414272"/>
            <a:ext cx="1799868" cy="425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F00DD0-21B7-4220-9DE4-5553EEE54DAF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165374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99917" rtl="0" eaLnBrk="1" latinLnBrk="0" hangingPunct="1">
        <a:lnSpc>
          <a:spcPct val="90000"/>
        </a:lnSpc>
        <a:spcBef>
          <a:spcPct val="0"/>
        </a:spcBef>
        <a:buNone/>
        <a:defRPr sz="384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9979" indent="-199979" algn="l" defTabSz="799917" rtl="0" eaLnBrk="1" latinLnBrk="0" hangingPunct="1">
        <a:lnSpc>
          <a:spcPct val="90000"/>
        </a:lnSpc>
        <a:spcBef>
          <a:spcPts val="875"/>
        </a:spcBef>
        <a:buFont typeface="Arial" panose="020B0604020202020204" pitchFamily="34" charset="0"/>
        <a:buChar char="•"/>
        <a:defRPr sz="2449" kern="1200">
          <a:solidFill>
            <a:schemeClr val="tx1"/>
          </a:solidFill>
          <a:latin typeface="+mn-lt"/>
          <a:ea typeface="+mn-ea"/>
          <a:cs typeface="+mn-cs"/>
        </a:defRPr>
      </a:lvl1pPr>
      <a:lvl2pPr marL="599938" indent="-199979" algn="l" defTabSz="799917" rtl="0" eaLnBrk="1" latinLnBrk="0" hangingPunct="1">
        <a:lnSpc>
          <a:spcPct val="90000"/>
        </a:lnSpc>
        <a:spcBef>
          <a:spcPts val="437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99896" indent="-199979" algn="l" defTabSz="799917" rtl="0" eaLnBrk="1" latinLnBrk="0" hangingPunct="1">
        <a:lnSpc>
          <a:spcPct val="90000"/>
        </a:lnSpc>
        <a:spcBef>
          <a:spcPts val="437"/>
        </a:spcBef>
        <a:buFont typeface="Arial" panose="020B0604020202020204" pitchFamily="34" charset="0"/>
        <a:buChar char="•"/>
        <a:defRPr sz="1750" kern="1200">
          <a:solidFill>
            <a:schemeClr val="tx1"/>
          </a:solidFill>
          <a:latin typeface="+mn-lt"/>
          <a:ea typeface="+mn-ea"/>
          <a:cs typeface="+mn-cs"/>
        </a:defRPr>
      </a:lvl3pPr>
      <a:lvl4pPr marL="1399855" indent="-199979" algn="l" defTabSz="799917" rtl="0" eaLnBrk="1" latinLnBrk="0" hangingPunct="1">
        <a:lnSpc>
          <a:spcPct val="90000"/>
        </a:lnSpc>
        <a:spcBef>
          <a:spcPts val="437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4pPr>
      <a:lvl5pPr marL="1799814" indent="-199979" algn="l" defTabSz="799917" rtl="0" eaLnBrk="1" latinLnBrk="0" hangingPunct="1">
        <a:lnSpc>
          <a:spcPct val="90000"/>
        </a:lnSpc>
        <a:spcBef>
          <a:spcPts val="437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5pPr>
      <a:lvl6pPr marL="2199772" indent="-199979" algn="l" defTabSz="799917" rtl="0" eaLnBrk="1" latinLnBrk="0" hangingPunct="1">
        <a:lnSpc>
          <a:spcPct val="90000"/>
        </a:lnSpc>
        <a:spcBef>
          <a:spcPts val="437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6pPr>
      <a:lvl7pPr marL="2599731" indent="-199979" algn="l" defTabSz="799917" rtl="0" eaLnBrk="1" latinLnBrk="0" hangingPunct="1">
        <a:lnSpc>
          <a:spcPct val="90000"/>
        </a:lnSpc>
        <a:spcBef>
          <a:spcPts val="437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7pPr>
      <a:lvl8pPr marL="2999689" indent="-199979" algn="l" defTabSz="799917" rtl="0" eaLnBrk="1" latinLnBrk="0" hangingPunct="1">
        <a:lnSpc>
          <a:spcPct val="90000"/>
        </a:lnSpc>
        <a:spcBef>
          <a:spcPts val="437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8pPr>
      <a:lvl9pPr marL="3399648" indent="-199979" algn="l" defTabSz="799917" rtl="0" eaLnBrk="1" latinLnBrk="0" hangingPunct="1">
        <a:lnSpc>
          <a:spcPct val="90000"/>
        </a:lnSpc>
        <a:spcBef>
          <a:spcPts val="437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99917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99959" algn="l" defTabSz="799917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2pPr>
      <a:lvl3pPr marL="799917" algn="l" defTabSz="799917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199876" algn="l" defTabSz="799917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4pPr>
      <a:lvl5pPr marL="1599834" algn="l" defTabSz="799917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5pPr>
      <a:lvl6pPr marL="1999793" algn="l" defTabSz="799917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6pPr>
      <a:lvl7pPr marL="2399751" algn="l" defTabSz="799917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7pPr>
      <a:lvl8pPr marL="2799710" algn="l" defTabSz="799917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8pPr>
      <a:lvl9pPr marL="3199668" algn="l" defTabSz="799917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E974591-E74D-9776-EB8C-30F42F8CAA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9387" y="0"/>
            <a:ext cx="8038800" cy="80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165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95E088-4AF3-12BD-DE9C-5D19B2C3C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R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4E402E0-775E-1602-4B59-7C0548E700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9387" y="-39387"/>
            <a:ext cx="8038800" cy="80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97813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BE67AF6B00BAB469C7FFDCA5F67DDF6" ma:contentTypeVersion="15" ma:contentTypeDescription="Crear nuevo documento." ma:contentTypeScope="" ma:versionID="5c93b4c592fe5fbc4d8d46d0a9eaf752">
  <xsd:schema xmlns:xsd="http://www.w3.org/2001/XMLSchema" xmlns:xs="http://www.w3.org/2001/XMLSchema" xmlns:p="http://schemas.microsoft.com/office/2006/metadata/properties" xmlns:ns2="a65f68e9-1bb3-4ef6-81ee-cd4f0761406a" xmlns:ns3="00adeb45-501c-4940-a221-5869bf7bbc99" targetNamespace="http://schemas.microsoft.com/office/2006/metadata/properties" ma:root="true" ma:fieldsID="923d4a8cd75c05501bf1bcf75bf92b96" ns2:_="" ns3:_="">
    <xsd:import namespace="a65f68e9-1bb3-4ef6-81ee-cd4f0761406a"/>
    <xsd:import namespace="00adeb45-501c-4940-a221-5869bf7bbc9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2:MediaLengthInSeconds" minOccurs="0"/>
                <xsd:element ref="ns2:Seleccion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5f68e9-1bb3-4ef6-81ee-cd4f076140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f8a094f3-5355-4f18-8742-8f039f4031a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Seleccione" ma:index="22" nillable="true" ma:displayName="Seleccione" ma:format="Dropdown" ma:internalName="Seleccione">
      <xsd:simpleType>
        <xsd:restriction base="dms:Choice">
          <xsd:enumeration value="Opción 1"/>
          <xsd:enumeration value="Opción 2"/>
          <xsd:enumeration value="Opción 3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adeb45-501c-4940-a221-5869bf7bbc99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eleccione xmlns="a65f68e9-1bb3-4ef6-81ee-cd4f0761406a" xsi:nil="true"/>
    <lcf76f155ced4ddcb4097134ff3c332f xmlns="a65f68e9-1bb3-4ef6-81ee-cd4f0761406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FA289BAF-5C77-4CD3-ADA8-CC3A254AABCF}"/>
</file>

<file path=customXml/itemProps2.xml><?xml version="1.0" encoding="utf-8"?>
<ds:datastoreItem xmlns:ds="http://schemas.openxmlformats.org/officeDocument/2006/customXml" ds:itemID="{DCA5B8AF-C46F-48A0-A94A-5C409DC8051D}"/>
</file>

<file path=customXml/itemProps3.xml><?xml version="1.0" encoding="utf-8"?>
<ds:datastoreItem xmlns:ds="http://schemas.openxmlformats.org/officeDocument/2006/customXml" ds:itemID="{36334CCB-4844-4BBA-8602-9550EFBC0A51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0</Words>
  <Application>Microsoft Office PowerPoint</Application>
  <PresentationFormat>Personalizado</PresentationFormat>
  <Paragraphs>0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Carlos Calderon</dc:creator>
  <cp:lastModifiedBy>Carlos Calderon</cp:lastModifiedBy>
  <cp:revision>1</cp:revision>
  <dcterms:created xsi:type="dcterms:W3CDTF">2026-06-01T14:01:51Z</dcterms:created>
  <dcterms:modified xsi:type="dcterms:W3CDTF">2026-06-01T14:03:45Z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0x0101002BE67AF6B00BAB469C7FFDCA5F67DDF6</vt:lpwstr>
  </property>
</Properties>
</file>