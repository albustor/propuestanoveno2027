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397000" cy="139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5" autoAdjust="0"/>
    <p:restoredTop sz="94660"/>
  </p:normalViewPr>
  <p:slideViewPr>
    <p:cSldViewPr snapToGrid="0">
      <p:cViewPr varScale="1">
        <p:scale>
          <a:sx n="349" d="100"/>
          <a:sy n="349" d="100"/>
        </p:scale>
        <p:origin x="2674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775" y="228629"/>
            <a:ext cx="1187450" cy="486363"/>
          </a:xfrm>
        </p:spPr>
        <p:txBody>
          <a:bodyPr anchor="b"/>
          <a:lstStyle>
            <a:lvl1pPr algn="ctr">
              <a:defRPr sz="91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625" y="733748"/>
            <a:ext cx="1047750" cy="337285"/>
          </a:xfrm>
        </p:spPr>
        <p:txBody>
          <a:bodyPr/>
          <a:lstStyle>
            <a:lvl1pPr marL="0" indent="0" algn="ctr">
              <a:buNone/>
              <a:defRPr sz="367"/>
            </a:lvl1pPr>
            <a:lvl2pPr marL="69860" indent="0" algn="ctr">
              <a:buNone/>
              <a:defRPr sz="306"/>
            </a:lvl2pPr>
            <a:lvl3pPr marL="139720" indent="0" algn="ctr">
              <a:buNone/>
              <a:defRPr sz="275"/>
            </a:lvl3pPr>
            <a:lvl4pPr marL="209580" indent="0" algn="ctr">
              <a:buNone/>
              <a:defRPr sz="244"/>
            </a:lvl4pPr>
            <a:lvl5pPr marL="279441" indent="0" algn="ctr">
              <a:buNone/>
              <a:defRPr sz="244"/>
            </a:lvl5pPr>
            <a:lvl6pPr marL="349301" indent="0" algn="ctr">
              <a:buNone/>
              <a:defRPr sz="244"/>
            </a:lvl6pPr>
            <a:lvl7pPr marL="419161" indent="0" algn="ctr">
              <a:buNone/>
              <a:defRPr sz="244"/>
            </a:lvl7pPr>
            <a:lvl8pPr marL="489021" indent="0" algn="ctr">
              <a:buNone/>
              <a:defRPr sz="244"/>
            </a:lvl8pPr>
            <a:lvl9pPr marL="558881" indent="0" algn="ctr">
              <a:buNone/>
              <a:defRPr sz="244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896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1527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16" y="348280"/>
            <a:ext cx="1204913" cy="581113"/>
          </a:xfrm>
        </p:spPr>
        <p:txBody>
          <a:bodyPr anchor="b"/>
          <a:lstStyle>
            <a:lvl1pPr>
              <a:defRPr sz="91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316" y="934891"/>
            <a:ext cx="1204913" cy="305594"/>
          </a:xfrm>
        </p:spPr>
        <p:txBody>
          <a:bodyPr/>
          <a:lstStyle>
            <a:lvl1pPr marL="0" indent="0">
              <a:buNone/>
              <a:defRPr sz="367">
                <a:solidFill>
                  <a:schemeClr val="tx1">
                    <a:tint val="82000"/>
                  </a:schemeClr>
                </a:solidFill>
              </a:defRPr>
            </a:lvl1pPr>
            <a:lvl2pPr marL="69860" indent="0">
              <a:buNone/>
              <a:defRPr sz="306">
                <a:solidFill>
                  <a:schemeClr val="tx1">
                    <a:tint val="82000"/>
                  </a:schemeClr>
                </a:solidFill>
              </a:defRPr>
            </a:lvl2pPr>
            <a:lvl3pPr marL="139720" indent="0">
              <a:buNone/>
              <a:defRPr sz="275">
                <a:solidFill>
                  <a:schemeClr val="tx1">
                    <a:tint val="82000"/>
                  </a:schemeClr>
                </a:solidFill>
              </a:defRPr>
            </a:lvl3pPr>
            <a:lvl4pPr marL="209580" indent="0">
              <a:buNone/>
              <a:defRPr sz="244">
                <a:solidFill>
                  <a:schemeClr val="tx1">
                    <a:tint val="82000"/>
                  </a:schemeClr>
                </a:solidFill>
              </a:defRPr>
            </a:lvl4pPr>
            <a:lvl5pPr marL="279441" indent="0">
              <a:buNone/>
              <a:defRPr sz="244">
                <a:solidFill>
                  <a:schemeClr val="tx1">
                    <a:tint val="82000"/>
                  </a:schemeClr>
                </a:solidFill>
              </a:defRPr>
            </a:lvl5pPr>
            <a:lvl6pPr marL="349301" indent="0">
              <a:buNone/>
              <a:defRPr sz="244">
                <a:solidFill>
                  <a:schemeClr val="tx1">
                    <a:tint val="82000"/>
                  </a:schemeClr>
                </a:solidFill>
              </a:defRPr>
            </a:lvl6pPr>
            <a:lvl7pPr marL="419161" indent="0">
              <a:buNone/>
              <a:defRPr sz="244">
                <a:solidFill>
                  <a:schemeClr val="tx1">
                    <a:tint val="82000"/>
                  </a:schemeClr>
                </a:solidFill>
              </a:defRPr>
            </a:lvl7pPr>
            <a:lvl8pPr marL="489021" indent="0">
              <a:buNone/>
              <a:defRPr sz="244">
                <a:solidFill>
                  <a:schemeClr val="tx1">
                    <a:tint val="82000"/>
                  </a:schemeClr>
                </a:solidFill>
              </a:defRPr>
            </a:lvl8pPr>
            <a:lvl9pPr marL="558881" indent="0">
              <a:buNone/>
              <a:defRPr sz="2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9112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044" y="371886"/>
            <a:ext cx="593725" cy="8863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7231" y="371886"/>
            <a:ext cx="593725" cy="8863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2071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5" y="74378"/>
            <a:ext cx="1204913" cy="2700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26" y="342459"/>
            <a:ext cx="590996" cy="167834"/>
          </a:xfrm>
        </p:spPr>
        <p:txBody>
          <a:bodyPr anchor="b"/>
          <a:lstStyle>
            <a:lvl1pPr marL="0" indent="0">
              <a:buNone/>
              <a:defRPr sz="367" b="1"/>
            </a:lvl1pPr>
            <a:lvl2pPr marL="69860" indent="0">
              <a:buNone/>
              <a:defRPr sz="306" b="1"/>
            </a:lvl2pPr>
            <a:lvl3pPr marL="139720" indent="0">
              <a:buNone/>
              <a:defRPr sz="275" b="1"/>
            </a:lvl3pPr>
            <a:lvl4pPr marL="209580" indent="0">
              <a:buNone/>
              <a:defRPr sz="244" b="1"/>
            </a:lvl4pPr>
            <a:lvl5pPr marL="279441" indent="0">
              <a:buNone/>
              <a:defRPr sz="244" b="1"/>
            </a:lvl5pPr>
            <a:lvl6pPr marL="349301" indent="0">
              <a:buNone/>
              <a:defRPr sz="244" b="1"/>
            </a:lvl6pPr>
            <a:lvl7pPr marL="419161" indent="0">
              <a:buNone/>
              <a:defRPr sz="244" b="1"/>
            </a:lvl7pPr>
            <a:lvl8pPr marL="489021" indent="0">
              <a:buNone/>
              <a:defRPr sz="244" b="1"/>
            </a:lvl8pPr>
            <a:lvl9pPr marL="558881" indent="0">
              <a:buNone/>
              <a:defRPr sz="24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26" y="510293"/>
            <a:ext cx="590996" cy="75056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7231" y="342459"/>
            <a:ext cx="593907" cy="167834"/>
          </a:xfrm>
        </p:spPr>
        <p:txBody>
          <a:bodyPr anchor="b"/>
          <a:lstStyle>
            <a:lvl1pPr marL="0" indent="0">
              <a:buNone/>
              <a:defRPr sz="367" b="1"/>
            </a:lvl1pPr>
            <a:lvl2pPr marL="69860" indent="0">
              <a:buNone/>
              <a:defRPr sz="306" b="1"/>
            </a:lvl2pPr>
            <a:lvl3pPr marL="139720" indent="0">
              <a:buNone/>
              <a:defRPr sz="275" b="1"/>
            </a:lvl3pPr>
            <a:lvl4pPr marL="209580" indent="0">
              <a:buNone/>
              <a:defRPr sz="244" b="1"/>
            </a:lvl4pPr>
            <a:lvl5pPr marL="279441" indent="0">
              <a:buNone/>
              <a:defRPr sz="244" b="1"/>
            </a:lvl5pPr>
            <a:lvl6pPr marL="349301" indent="0">
              <a:buNone/>
              <a:defRPr sz="244" b="1"/>
            </a:lvl6pPr>
            <a:lvl7pPr marL="419161" indent="0">
              <a:buNone/>
              <a:defRPr sz="244" b="1"/>
            </a:lvl7pPr>
            <a:lvl8pPr marL="489021" indent="0">
              <a:buNone/>
              <a:defRPr sz="244" b="1"/>
            </a:lvl8pPr>
            <a:lvl9pPr marL="558881" indent="0">
              <a:buNone/>
              <a:defRPr sz="24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7231" y="510293"/>
            <a:ext cx="593907" cy="75056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1734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2787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2619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6" y="93133"/>
            <a:ext cx="450569" cy="325967"/>
          </a:xfrm>
        </p:spPr>
        <p:txBody>
          <a:bodyPr anchor="b"/>
          <a:lstStyle>
            <a:lvl1pPr>
              <a:defRPr sz="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907" y="201143"/>
            <a:ext cx="707231" cy="992775"/>
          </a:xfrm>
        </p:spPr>
        <p:txBody>
          <a:bodyPr/>
          <a:lstStyle>
            <a:lvl1pPr>
              <a:defRPr sz="489"/>
            </a:lvl1pPr>
            <a:lvl2pPr>
              <a:defRPr sz="428"/>
            </a:lvl2pPr>
            <a:lvl3pPr>
              <a:defRPr sz="367"/>
            </a:lvl3pPr>
            <a:lvl4pPr>
              <a:defRPr sz="306"/>
            </a:lvl4pPr>
            <a:lvl5pPr>
              <a:defRPr sz="306"/>
            </a:lvl5pPr>
            <a:lvl6pPr>
              <a:defRPr sz="306"/>
            </a:lvl6pPr>
            <a:lvl7pPr>
              <a:defRPr sz="306"/>
            </a:lvl7pPr>
            <a:lvl8pPr>
              <a:defRPr sz="306"/>
            </a:lvl8pPr>
            <a:lvl9pPr>
              <a:defRPr sz="30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226" y="419100"/>
            <a:ext cx="450569" cy="776435"/>
          </a:xfrm>
        </p:spPr>
        <p:txBody>
          <a:bodyPr/>
          <a:lstStyle>
            <a:lvl1pPr marL="0" indent="0">
              <a:buNone/>
              <a:defRPr sz="244"/>
            </a:lvl1pPr>
            <a:lvl2pPr marL="69860" indent="0">
              <a:buNone/>
              <a:defRPr sz="214"/>
            </a:lvl2pPr>
            <a:lvl3pPr marL="139720" indent="0">
              <a:buNone/>
              <a:defRPr sz="183"/>
            </a:lvl3pPr>
            <a:lvl4pPr marL="209580" indent="0">
              <a:buNone/>
              <a:defRPr sz="153"/>
            </a:lvl4pPr>
            <a:lvl5pPr marL="279441" indent="0">
              <a:buNone/>
              <a:defRPr sz="153"/>
            </a:lvl5pPr>
            <a:lvl6pPr marL="349301" indent="0">
              <a:buNone/>
              <a:defRPr sz="153"/>
            </a:lvl6pPr>
            <a:lvl7pPr marL="419161" indent="0">
              <a:buNone/>
              <a:defRPr sz="153"/>
            </a:lvl7pPr>
            <a:lvl8pPr marL="489021" indent="0">
              <a:buNone/>
              <a:defRPr sz="153"/>
            </a:lvl8pPr>
            <a:lvl9pPr marL="558881" indent="0">
              <a:buNone/>
              <a:defRPr sz="1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6950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6" y="93133"/>
            <a:ext cx="450569" cy="325967"/>
          </a:xfrm>
        </p:spPr>
        <p:txBody>
          <a:bodyPr anchor="b"/>
          <a:lstStyle>
            <a:lvl1pPr>
              <a:defRPr sz="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3907" y="201143"/>
            <a:ext cx="707231" cy="992775"/>
          </a:xfrm>
        </p:spPr>
        <p:txBody>
          <a:bodyPr anchor="t"/>
          <a:lstStyle>
            <a:lvl1pPr marL="0" indent="0">
              <a:buNone/>
              <a:defRPr sz="489"/>
            </a:lvl1pPr>
            <a:lvl2pPr marL="69860" indent="0">
              <a:buNone/>
              <a:defRPr sz="428"/>
            </a:lvl2pPr>
            <a:lvl3pPr marL="139720" indent="0">
              <a:buNone/>
              <a:defRPr sz="367"/>
            </a:lvl3pPr>
            <a:lvl4pPr marL="209580" indent="0">
              <a:buNone/>
              <a:defRPr sz="306"/>
            </a:lvl4pPr>
            <a:lvl5pPr marL="279441" indent="0">
              <a:buNone/>
              <a:defRPr sz="306"/>
            </a:lvl5pPr>
            <a:lvl6pPr marL="349301" indent="0">
              <a:buNone/>
              <a:defRPr sz="306"/>
            </a:lvl6pPr>
            <a:lvl7pPr marL="419161" indent="0">
              <a:buNone/>
              <a:defRPr sz="306"/>
            </a:lvl7pPr>
            <a:lvl8pPr marL="489021" indent="0">
              <a:buNone/>
              <a:defRPr sz="306"/>
            </a:lvl8pPr>
            <a:lvl9pPr marL="558881" indent="0">
              <a:buNone/>
              <a:defRPr sz="30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226" y="419100"/>
            <a:ext cx="450569" cy="776435"/>
          </a:xfrm>
        </p:spPr>
        <p:txBody>
          <a:bodyPr/>
          <a:lstStyle>
            <a:lvl1pPr marL="0" indent="0">
              <a:buNone/>
              <a:defRPr sz="244"/>
            </a:lvl1pPr>
            <a:lvl2pPr marL="69860" indent="0">
              <a:buNone/>
              <a:defRPr sz="214"/>
            </a:lvl2pPr>
            <a:lvl3pPr marL="139720" indent="0">
              <a:buNone/>
              <a:defRPr sz="183"/>
            </a:lvl3pPr>
            <a:lvl4pPr marL="209580" indent="0">
              <a:buNone/>
              <a:defRPr sz="153"/>
            </a:lvl4pPr>
            <a:lvl5pPr marL="279441" indent="0">
              <a:buNone/>
              <a:defRPr sz="153"/>
            </a:lvl5pPr>
            <a:lvl6pPr marL="349301" indent="0">
              <a:buNone/>
              <a:defRPr sz="153"/>
            </a:lvl6pPr>
            <a:lvl7pPr marL="419161" indent="0">
              <a:buNone/>
              <a:defRPr sz="153"/>
            </a:lvl7pPr>
            <a:lvl8pPr marL="489021" indent="0">
              <a:buNone/>
              <a:defRPr sz="153"/>
            </a:lvl8pPr>
            <a:lvl9pPr marL="558881" indent="0">
              <a:buNone/>
              <a:defRPr sz="1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66974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6796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9728" y="74377"/>
            <a:ext cx="301228" cy="118389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044" y="74377"/>
            <a:ext cx="886222" cy="118389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8578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044" y="74378"/>
            <a:ext cx="1204913" cy="270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44" y="371886"/>
            <a:ext cx="1204913" cy="886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044" y="1294813"/>
            <a:ext cx="314325" cy="74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36B69-21ED-48E2-919C-AD49638BC1F0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756" y="1294813"/>
            <a:ext cx="471488" cy="74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6631" y="1294813"/>
            <a:ext cx="314325" cy="74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29B64-11C5-4DF7-9412-70E97484FBF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066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9720" rtl="0" eaLnBrk="1" latinLnBrk="0" hangingPunct="1">
        <a:lnSpc>
          <a:spcPct val="90000"/>
        </a:lnSpc>
        <a:spcBef>
          <a:spcPct val="0"/>
        </a:spcBef>
        <a:buNone/>
        <a:defRPr sz="6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930" indent="-34930" algn="l" defTabSz="139720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428" kern="1200">
          <a:solidFill>
            <a:schemeClr val="tx1"/>
          </a:solidFill>
          <a:latin typeface="+mn-lt"/>
          <a:ea typeface="+mn-ea"/>
          <a:cs typeface="+mn-cs"/>
        </a:defRPr>
      </a:lvl1pPr>
      <a:lvl2pPr marL="104790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367" kern="1200">
          <a:solidFill>
            <a:schemeClr val="tx1"/>
          </a:solidFill>
          <a:latin typeface="+mn-lt"/>
          <a:ea typeface="+mn-ea"/>
          <a:cs typeface="+mn-cs"/>
        </a:defRPr>
      </a:lvl2pPr>
      <a:lvl3pPr marL="174650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306" kern="1200">
          <a:solidFill>
            <a:schemeClr val="tx1"/>
          </a:solidFill>
          <a:latin typeface="+mn-lt"/>
          <a:ea typeface="+mn-ea"/>
          <a:cs typeface="+mn-cs"/>
        </a:defRPr>
      </a:lvl3pPr>
      <a:lvl4pPr marL="244511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275" kern="1200">
          <a:solidFill>
            <a:schemeClr val="tx1"/>
          </a:solidFill>
          <a:latin typeface="+mn-lt"/>
          <a:ea typeface="+mn-ea"/>
          <a:cs typeface="+mn-cs"/>
        </a:defRPr>
      </a:lvl4pPr>
      <a:lvl5pPr marL="314371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275" kern="1200">
          <a:solidFill>
            <a:schemeClr val="tx1"/>
          </a:solidFill>
          <a:latin typeface="+mn-lt"/>
          <a:ea typeface="+mn-ea"/>
          <a:cs typeface="+mn-cs"/>
        </a:defRPr>
      </a:lvl5pPr>
      <a:lvl6pPr marL="384231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275" kern="1200">
          <a:solidFill>
            <a:schemeClr val="tx1"/>
          </a:solidFill>
          <a:latin typeface="+mn-lt"/>
          <a:ea typeface="+mn-ea"/>
          <a:cs typeface="+mn-cs"/>
        </a:defRPr>
      </a:lvl6pPr>
      <a:lvl7pPr marL="454091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275" kern="1200">
          <a:solidFill>
            <a:schemeClr val="tx1"/>
          </a:solidFill>
          <a:latin typeface="+mn-lt"/>
          <a:ea typeface="+mn-ea"/>
          <a:cs typeface="+mn-cs"/>
        </a:defRPr>
      </a:lvl7pPr>
      <a:lvl8pPr marL="523951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275" kern="1200">
          <a:solidFill>
            <a:schemeClr val="tx1"/>
          </a:solidFill>
          <a:latin typeface="+mn-lt"/>
          <a:ea typeface="+mn-ea"/>
          <a:cs typeface="+mn-cs"/>
        </a:defRPr>
      </a:lvl8pPr>
      <a:lvl9pPr marL="593811" indent="-34930" algn="l" defTabSz="139720" rtl="0" eaLnBrk="1" latinLnBrk="0" hangingPunct="1">
        <a:lnSpc>
          <a:spcPct val="90000"/>
        </a:lnSpc>
        <a:spcBef>
          <a:spcPts val="76"/>
        </a:spcBef>
        <a:buFont typeface="Arial" panose="020B0604020202020204" pitchFamily="34" charset="0"/>
        <a:buChar char="•"/>
        <a:defRPr sz="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1pPr>
      <a:lvl2pPr marL="69860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2pPr>
      <a:lvl3pPr marL="139720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3pPr>
      <a:lvl4pPr marL="209580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4pPr>
      <a:lvl5pPr marL="279441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5pPr>
      <a:lvl6pPr marL="349301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6pPr>
      <a:lvl7pPr marL="419161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7pPr>
      <a:lvl8pPr marL="489021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8pPr>
      <a:lvl9pPr marL="558881" algn="l" defTabSz="139720" rtl="0" eaLnBrk="1" latinLnBrk="0" hangingPunct="1">
        <a:defRPr sz="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B712D-24E4-47F2-2EDD-114474EE5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E51E19-40E7-83AA-5009-D4A2A3E926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EA9B35-998D-F169-84AB-5DC80A7E7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7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3958F-CFCA-FFF6-35C0-DEB5C4C6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345C54-2ECC-4879-C21B-765427E8C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100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E1D089-47E2-415C-8F82-5FA1DB53E2A8}"/>
</file>

<file path=customXml/itemProps2.xml><?xml version="1.0" encoding="utf-8"?>
<ds:datastoreItem xmlns:ds="http://schemas.openxmlformats.org/officeDocument/2006/customXml" ds:itemID="{B15EDDF5-0AAF-49E0-9A9E-C5E9ACA156D6}"/>
</file>

<file path=customXml/itemProps3.xml><?xml version="1.0" encoding="utf-8"?>
<ds:datastoreItem xmlns:ds="http://schemas.openxmlformats.org/officeDocument/2006/customXml" ds:itemID="{9B413A79-C6AA-42EC-83CA-0A47EC8E141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Calderon</dc:creator>
  <cp:lastModifiedBy>Carlos Calderon</cp:lastModifiedBy>
  <cp:revision>2</cp:revision>
  <dcterms:created xsi:type="dcterms:W3CDTF">2026-06-01T14:04:58Z</dcterms:created>
  <dcterms:modified xsi:type="dcterms:W3CDTF">2026-06-15T19:10:54Z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