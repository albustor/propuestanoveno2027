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414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884A00-3C89-77B4-A6ED-EFD2F926D06A}" v="3" dt="2026-06-15T19:13:42.7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1176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2.xml"/><Relationship Id="rId5" Type="http://schemas.openxmlformats.org/officeDocument/2006/relationships/viewProps" Target="viewProps.xml"/><Relationship Id="rId10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Manuel Calderon Hernandez" userId="S::manuel.calderon.hernandez@mep.go.cr::9b791d2d-ed5a-4895-a3dc-034e9a29c108" providerId="AD" clId="Web-{10884A00-3C89-77B4-A6ED-EFD2F926D06A}"/>
    <pc:docChg chg="modSld">
      <pc:chgData name="Carlos Manuel Calderon Hernandez" userId="S::manuel.calderon.hernandez@mep.go.cr::9b791d2d-ed5a-4895-a3dc-034e9a29c108" providerId="AD" clId="Web-{10884A00-3C89-77B4-A6ED-EFD2F926D06A}" dt="2026-06-15T19:13:42.776" v="1"/>
      <pc:docMkLst>
        <pc:docMk/>
      </pc:docMkLst>
      <pc:sldChg chg="addSp modSp">
        <pc:chgData name="Carlos Manuel Calderon Hernandez" userId="S::manuel.calderon.hernandez@mep.go.cr::9b791d2d-ed5a-4895-a3dc-034e9a29c108" providerId="AD" clId="Web-{10884A00-3C89-77B4-A6ED-EFD2F926D06A}" dt="2026-06-15T19:13:42.776" v="1"/>
        <pc:sldMkLst>
          <pc:docMk/>
          <pc:sldMk cId="552500327" sldId="257"/>
        </pc:sldMkLst>
        <pc:picChg chg="add mod">
          <ac:chgData name="Carlos Manuel Calderon Hernandez" userId="S::manuel.calderon.hernandez@mep.go.cr::9b791d2d-ed5a-4895-a3dc-034e9a29c108" providerId="AD" clId="Web-{10884A00-3C89-77B4-A6ED-EFD2F926D06A}" dt="2026-06-15T19:13:42.776" v="1"/>
          <ac:picMkLst>
            <pc:docMk/>
            <pc:sldMk cId="552500327" sldId="257"/>
            <ac:picMk id="2" creationId="{3BD95974-9B06-3427-7CC4-423B10C82AF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1750" y="748242"/>
            <a:ext cx="781050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1750" y="2401359"/>
            <a:ext cx="78105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28864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85097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539" y="1139826"/>
            <a:ext cx="8982075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0539" y="3059642"/>
            <a:ext cx="8982075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20340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5963" y="1217083"/>
            <a:ext cx="4425950" cy="29008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2088" y="1217083"/>
            <a:ext cx="4425950" cy="29008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37021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19" y="243417"/>
            <a:ext cx="8982075" cy="88370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319" y="1120775"/>
            <a:ext cx="4405610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7319" y="1670050"/>
            <a:ext cx="4405610" cy="24563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72088" y="1120775"/>
            <a:ext cx="4427306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72088" y="1670050"/>
            <a:ext cx="4427306" cy="245639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59282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40072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736442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19" y="304800"/>
            <a:ext cx="3358786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7306" y="658284"/>
            <a:ext cx="5272088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7319" y="1371600"/>
            <a:ext cx="3358786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57701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319" y="304800"/>
            <a:ext cx="3358786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27306" y="658284"/>
            <a:ext cx="5272088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7319" y="1371600"/>
            <a:ext cx="3358786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8192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78527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2519" y="243417"/>
            <a:ext cx="2245519" cy="387455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5963" y="243417"/>
            <a:ext cx="6606381" cy="387455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409012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5963" y="243417"/>
            <a:ext cx="8982075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963" y="1217083"/>
            <a:ext cx="8982075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5963" y="4237567"/>
            <a:ext cx="23431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205DB8-D3ED-457D-8F9E-B67E75B0D78E}" type="datetimeFigureOut">
              <a:rPr lang="es-CR" smtClean="0"/>
              <a:t>15/6/2026</a:t>
            </a:fld>
            <a:endParaRPr lang="es-C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9638" y="4237567"/>
            <a:ext cx="3514725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54888" y="4237567"/>
            <a:ext cx="23431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CE561C-4DE1-4AA6-92CC-530FAEF1B5D7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8272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D2B035-9A95-77C4-7CF4-C8BA8BA2F5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509EE6-2B03-DEE7-7DBE-4F5D1C786A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07F1006-B927-1383-6EA7-956AD7F30B27}"/>
              </a:ext>
            </a:extLst>
          </p:cNvPr>
          <p:cNvSpPr/>
          <p:nvPr/>
        </p:nvSpPr>
        <p:spPr>
          <a:xfrm>
            <a:off x="-74645" y="-74645"/>
            <a:ext cx="10488645" cy="46466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DFFE27F-A388-F34E-9013-6BE995C964BB}"/>
              </a:ext>
            </a:extLst>
          </p:cNvPr>
          <p:cNvSpPr/>
          <p:nvPr/>
        </p:nvSpPr>
        <p:spPr>
          <a:xfrm>
            <a:off x="1231640" y="304200"/>
            <a:ext cx="8125200" cy="39636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R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6402CA-A028-A9EC-3CB9-6D5D2EDB24A5}"/>
              </a:ext>
            </a:extLst>
          </p:cNvPr>
          <p:cNvSpPr txBox="1"/>
          <p:nvPr/>
        </p:nvSpPr>
        <p:spPr>
          <a:xfrm rot="16200000">
            <a:off x="-1158356" y="2064010"/>
            <a:ext cx="333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R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Zona de seguridad</a:t>
            </a:r>
          </a:p>
        </p:txBody>
      </p:sp>
    </p:spTree>
    <p:extLst>
      <p:ext uri="{BB962C8B-B14F-4D97-AF65-F5344CB8AC3E}">
        <p14:creationId xmlns:p14="http://schemas.microsoft.com/office/powerpoint/2010/main" val="218524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Diagrama">
            <a:extLst>
              <a:ext uri="{FF2B5EF4-FFF2-40B4-BE49-F238E27FC236}">
                <a16:creationId xmlns:a16="http://schemas.microsoft.com/office/drawing/2014/main" id="{3BD95974-9B06-3427-7CC4-423B10C82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"/>
            <a:ext cx="10408340" cy="457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003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E67AF6B00BAB469C7FFDCA5F67DDF6" ma:contentTypeVersion="15" ma:contentTypeDescription="Crear nuevo documento." ma:contentTypeScope="" ma:versionID="5c93b4c592fe5fbc4d8d46d0a9eaf752">
  <xsd:schema xmlns:xsd="http://www.w3.org/2001/XMLSchema" xmlns:xs="http://www.w3.org/2001/XMLSchema" xmlns:p="http://schemas.microsoft.com/office/2006/metadata/properties" xmlns:ns2="a65f68e9-1bb3-4ef6-81ee-cd4f0761406a" xmlns:ns3="00adeb45-501c-4940-a221-5869bf7bbc99" targetNamespace="http://schemas.microsoft.com/office/2006/metadata/properties" ma:root="true" ma:fieldsID="923d4a8cd75c05501bf1bcf75bf92b96" ns2:_="" ns3:_="">
    <xsd:import namespace="a65f68e9-1bb3-4ef6-81ee-cd4f0761406a"/>
    <xsd:import namespace="00adeb45-501c-4940-a221-5869bf7bbc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Seleccion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f68e9-1bb3-4ef6-81ee-cd4f076140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8a094f3-5355-4f18-8742-8f039f4031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Seleccione" ma:index="22" nillable="true" ma:displayName="Seleccione" ma:format="Dropdown" ma:internalName="Seleccione">
      <xsd:simpleType>
        <xsd:restriction base="dms:Choice">
          <xsd:enumeration value="Opción 1"/>
          <xsd:enumeration value="Opción 2"/>
          <xsd:enumeration value="Opción 3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adeb45-501c-4940-a221-5869bf7bbc9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eleccione xmlns="a65f68e9-1bb3-4ef6-81ee-cd4f0761406a" xsi:nil="true"/>
    <lcf76f155ced4ddcb4097134ff3c332f xmlns="a65f68e9-1bb3-4ef6-81ee-cd4f0761406a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B442E0A-213A-47E6-ACA2-83066700608A}"/>
</file>

<file path=customXml/itemProps2.xml><?xml version="1.0" encoding="utf-8"?>
<ds:datastoreItem xmlns:ds="http://schemas.openxmlformats.org/officeDocument/2006/customXml" ds:itemID="{C9743D18-C4B7-43A3-BF6F-36BF0BE52E14}"/>
</file>

<file path=customXml/itemProps3.xml><?xml version="1.0" encoding="utf-8"?>
<ds:datastoreItem xmlns:ds="http://schemas.openxmlformats.org/officeDocument/2006/customXml" ds:itemID="{8C97029C-C68A-4604-9829-0A039893F1CA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3</Words>
  <Application>Microsoft Office PowerPoint</Application>
  <PresentationFormat>Personalizado</PresentationFormat>
  <Paragraphs>1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Calderon</dc:creator>
  <cp:lastModifiedBy>Carlos Calderon</cp:lastModifiedBy>
  <cp:revision>3</cp:revision>
  <dcterms:created xsi:type="dcterms:W3CDTF">2026-06-01T14:54:57Z</dcterms:created>
  <dcterms:modified xsi:type="dcterms:W3CDTF">2026-06-15T19:13:48Z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0x0101002BE67AF6B00BAB469C7FFDCA5F67DDF6</vt:lpwstr>
  </property>
</Properties>
</file>