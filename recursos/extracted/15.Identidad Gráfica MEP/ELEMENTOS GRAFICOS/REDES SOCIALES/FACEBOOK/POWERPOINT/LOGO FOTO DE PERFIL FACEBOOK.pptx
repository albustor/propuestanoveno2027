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2268538" cy="2268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4660"/>
  </p:normalViewPr>
  <p:slideViewPr>
    <p:cSldViewPr snapToGrid="0">
      <p:cViewPr varScale="1">
        <p:scale>
          <a:sx n="224" d="100"/>
          <a:sy n="224" d="100"/>
        </p:scale>
        <p:origin x="2669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141" y="371263"/>
            <a:ext cx="1928257" cy="789787"/>
          </a:xfrm>
        </p:spPr>
        <p:txBody>
          <a:bodyPr anchor="b"/>
          <a:lstStyle>
            <a:lvl1pPr algn="ctr">
              <a:defRPr sz="1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567" y="1191508"/>
            <a:ext cx="1701404" cy="547705"/>
          </a:xfrm>
        </p:spPr>
        <p:txBody>
          <a:bodyPr/>
          <a:lstStyle>
            <a:lvl1pPr marL="0" indent="0" algn="ctr">
              <a:buNone/>
              <a:defRPr sz="595"/>
            </a:lvl1pPr>
            <a:lvl2pPr marL="113431" indent="0" algn="ctr">
              <a:buNone/>
              <a:defRPr sz="496"/>
            </a:lvl2pPr>
            <a:lvl3pPr marL="226863" indent="0" algn="ctr">
              <a:buNone/>
              <a:defRPr sz="447"/>
            </a:lvl3pPr>
            <a:lvl4pPr marL="340294" indent="0" algn="ctr">
              <a:buNone/>
              <a:defRPr sz="397"/>
            </a:lvl4pPr>
            <a:lvl5pPr marL="453725" indent="0" algn="ctr">
              <a:buNone/>
              <a:defRPr sz="397"/>
            </a:lvl5pPr>
            <a:lvl6pPr marL="567157" indent="0" algn="ctr">
              <a:buNone/>
              <a:defRPr sz="397"/>
            </a:lvl6pPr>
            <a:lvl7pPr marL="680588" indent="0" algn="ctr">
              <a:buNone/>
              <a:defRPr sz="397"/>
            </a:lvl7pPr>
            <a:lvl8pPr marL="794019" indent="0" algn="ctr">
              <a:buNone/>
              <a:defRPr sz="397"/>
            </a:lvl8pPr>
            <a:lvl9pPr marL="907451" indent="0" algn="ctr">
              <a:buNone/>
              <a:defRPr sz="3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1557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3314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81" y="565560"/>
            <a:ext cx="1956614" cy="943649"/>
          </a:xfrm>
        </p:spPr>
        <p:txBody>
          <a:bodyPr anchor="b"/>
          <a:lstStyle>
            <a:lvl1pPr>
              <a:defRPr sz="1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781" y="1518135"/>
            <a:ext cx="1956614" cy="496243"/>
          </a:xfrm>
        </p:spPr>
        <p:txBody>
          <a:bodyPr/>
          <a:lstStyle>
            <a:lvl1pPr marL="0" indent="0">
              <a:buNone/>
              <a:defRPr sz="595">
                <a:solidFill>
                  <a:schemeClr val="tx1">
                    <a:tint val="82000"/>
                  </a:schemeClr>
                </a:solidFill>
              </a:defRPr>
            </a:lvl1pPr>
            <a:lvl2pPr marL="113431" indent="0">
              <a:buNone/>
              <a:defRPr sz="496">
                <a:solidFill>
                  <a:schemeClr val="tx1">
                    <a:tint val="82000"/>
                  </a:schemeClr>
                </a:solidFill>
              </a:defRPr>
            </a:lvl2pPr>
            <a:lvl3pPr marL="226863" indent="0">
              <a:buNone/>
              <a:defRPr sz="447">
                <a:solidFill>
                  <a:schemeClr val="tx1">
                    <a:tint val="82000"/>
                  </a:schemeClr>
                </a:solidFill>
              </a:defRPr>
            </a:lvl3pPr>
            <a:lvl4pPr marL="340294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4pPr>
            <a:lvl5pPr marL="453725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5pPr>
            <a:lvl6pPr marL="567157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6pPr>
            <a:lvl7pPr marL="680588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7pPr>
            <a:lvl8pPr marL="794019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8pPr>
            <a:lvl9pPr marL="907451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4497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962" y="603893"/>
            <a:ext cx="964129" cy="143936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8447" y="603893"/>
            <a:ext cx="964129" cy="143936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4862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57" y="120779"/>
            <a:ext cx="1956614" cy="4384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58" y="556107"/>
            <a:ext cx="959698" cy="272539"/>
          </a:xfrm>
        </p:spPr>
        <p:txBody>
          <a:bodyPr anchor="b"/>
          <a:lstStyle>
            <a:lvl1pPr marL="0" indent="0">
              <a:buNone/>
              <a:defRPr sz="595" b="1"/>
            </a:lvl1pPr>
            <a:lvl2pPr marL="113431" indent="0">
              <a:buNone/>
              <a:defRPr sz="496" b="1"/>
            </a:lvl2pPr>
            <a:lvl3pPr marL="226863" indent="0">
              <a:buNone/>
              <a:defRPr sz="447" b="1"/>
            </a:lvl3pPr>
            <a:lvl4pPr marL="340294" indent="0">
              <a:buNone/>
              <a:defRPr sz="397" b="1"/>
            </a:lvl4pPr>
            <a:lvl5pPr marL="453725" indent="0">
              <a:buNone/>
              <a:defRPr sz="397" b="1"/>
            </a:lvl5pPr>
            <a:lvl6pPr marL="567157" indent="0">
              <a:buNone/>
              <a:defRPr sz="397" b="1"/>
            </a:lvl6pPr>
            <a:lvl7pPr marL="680588" indent="0">
              <a:buNone/>
              <a:defRPr sz="397" b="1"/>
            </a:lvl7pPr>
            <a:lvl8pPr marL="794019" indent="0">
              <a:buNone/>
              <a:defRPr sz="397" b="1"/>
            </a:lvl8pPr>
            <a:lvl9pPr marL="907451" indent="0">
              <a:buNone/>
              <a:defRPr sz="3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58" y="828647"/>
            <a:ext cx="959698" cy="12188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48448" y="556107"/>
            <a:ext cx="964424" cy="272539"/>
          </a:xfrm>
        </p:spPr>
        <p:txBody>
          <a:bodyPr anchor="b"/>
          <a:lstStyle>
            <a:lvl1pPr marL="0" indent="0">
              <a:buNone/>
              <a:defRPr sz="595" b="1"/>
            </a:lvl1pPr>
            <a:lvl2pPr marL="113431" indent="0">
              <a:buNone/>
              <a:defRPr sz="496" b="1"/>
            </a:lvl2pPr>
            <a:lvl3pPr marL="226863" indent="0">
              <a:buNone/>
              <a:defRPr sz="447" b="1"/>
            </a:lvl3pPr>
            <a:lvl4pPr marL="340294" indent="0">
              <a:buNone/>
              <a:defRPr sz="397" b="1"/>
            </a:lvl4pPr>
            <a:lvl5pPr marL="453725" indent="0">
              <a:buNone/>
              <a:defRPr sz="397" b="1"/>
            </a:lvl5pPr>
            <a:lvl6pPr marL="567157" indent="0">
              <a:buNone/>
              <a:defRPr sz="397" b="1"/>
            </a:lvl6pPr>
            <a:lvl7pPr marL="680588" indent="0">
              <a:buNone/>
              <a:defRPr sz="397" b="1"/>
            </a:lvl7pPr>
            <a:lvl8pPr marL="794019" indent="0">
              <a:buNone/>
              <a:defRPr sz="397" b="1"/>
            </a:lvl8pPr>
            <a:lvl9pPr marL="907451" indent="0">
              <a:buNone/>
              <a:defRPr sz="3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48448" y="828647"/>
            <a:ext cx="964424" cy="12188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9779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1941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0752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57" y="151236"/>
            <a:ext cx="731663" cy="529326"/>
          </a:xfrm>
        </p:spPr>
        <p:txBody>
          <a:bodyPr anchor="b"/>
          <a:lstStyle>
            <a:lvl1pPr>
              <a:defRPr sz="7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424" y="326628"/>
            <a:ext cx="1148447" cy="1612132"/>
          </a:xfrm>
        </p:spPr>
        <p:txBody>
          <a:bodyPr/>
          <a:lstStyle>
            <a:lvl1pPr>
              <a:defRPr sz="794"/>
            </a:lvl1pPr>
            <a:lvl2pPr>
              <a:defRPr sz="695"/>
            </a:lvl2pPr>
            <a:lvl3pPr>
              <a:defRPr sz="595"/>
            </a:lvl3pPr>
            <a:lvl4pPr>
              <a:defRPr sz="496"/>
            </a:lvl4pPr>
            <a:lvl5pPr>
              <a:defRPr sz="496"/>
            </a:lvl5pPr>
            <a:lvl6pPr>
              <a:defRPr sz="496"/>
            </a:lvl6pPr>
            <a:lvl7pPr>
              <a:defRPr sz="496"/>
            </a:lvl7pPr>
            <a:lvl8pPr>
              <a:defRPr sz="496"/>
            </a:lvl8pPr>
            <a:lvl9pPr>
              <a:defRPr sz="4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57" y="680561"/>
            <a:ext cx="731663" cy="1260824"/>
          </a:xfrm>
        </p:spPr>
        <p:txBody>
          <a:bodyPr/>
          <a:lstStyle>
            <a:lvl1pPr marL="0" indent="0">
              <a:buNone/>
              <a:defRPr sz="397"/>
            </a:lvl1pPr>
            <a:lvl2pPr marL="113431" indent="0">
              <a:buNone/>
              <a:defRPr sz="347"/>
            </a:lvl2pPr>
            <a:lvl3pPr marL="226863" indent="0">
              <a:buNone/>
              <a:defRPr sz="298"/>
            </a:lvl3pPr>
            <a:lvl4pPr marL="340294" indent="0">
              <a:buNone/>
              <a:defRPr sz="248"/>
            </a:lvl4pPr>
            <a:lvl5pPr marL="453725" indent="0">
              <a:buNone/>
              <a:defRPr sz="248"/>
            </a:lvl5pPr>
            <a:lvl6pPr marL="567157" indent="0">
              <a:buNone/>
              <a:defRPr sz="248"/>
            </a:lvl6pPr>
            <a:lvl7pPr marL="680588" indent="0">
              <a:buNone/>
              <a:defRPr sz="248"/>
            </a:lvl7pPr>
            <a:lvl8pPr marL="794019" indent="0">
              <a:buNone/>
              <a:defRPr sz="248"/>
            </a:lvl8pPr>
            <a:lvl9pPr marL="907451" indent="0">
              <a:buNone/>
              <a:defRPr sz="2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9753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57" y="151236"/>
            <a:ext cx="731663" cy="529326"/>
          </a:xfrm>
        </p:spPr>
        <p:txBody>
          <a:bodyPr anchor="b"/>
          <a:lstStyle>
            <a:lvl1pPr>
              <a:defRPr sz="7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4424" y="326628"/>
            <a:ext cx="1148447" cy="1612132"/>
          </a:xfrm>
        </p:spPr>
        <p:txBody>
          <a:bodyPr anchor="t"/>
          <a:lstStyle>
            <a:lvl1pPr marL="0" indent="0">
              <a:buNone/>
              <a:defRPr sz="794"/>
            </a:lvl1pPr>
            <a:lvl2pPr marL="113431" indent="0">
              <a:buNone/>
              <a:defRPr sz="695"/>
            </a:lvl2pPr>
            <a:lvl3pPr marL="226863" indent="0">
              <a:buNone/>
              <a:defRPr sz="595"/>
            </a:lvl3pPr>
            <a:lvl4pPr marL="340294" indent="0">
              <a:buNone/>
              <a:defRPr sz="496"/>
            </a:lvl4pPr>
            <a:lvl5pPr marL="453725" indent="0">
              <a:buNone/>
              <a:defRPr sz="496"/>
            </a:lvl5pPr>
            <a:lvl6pPr marL="567157" indent="0">
              <a:buNone/>
              <a:defRPr sz="496"/>
            </a:lvl6pPr>
            <a:lvl7pPr marL="680588" indent="0">
              <a:buNone/>
              <a:defRPr sz="496"/>
            </a:lvl7pPr>
            <a:lvl8pPr marL="794019" indent="0">
              <a:buNone/>
              <a:defRPr sz="496"/>
            </a:lvl8pPr>
            <a:lvl9pPr marL="907451" indent="0">
              <a:buNone/>
              <a:defRPr sz="49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57" y="680561"/>
            <a:ext cx="731663" cy="1260824"/>
          </a:xfrm>
        </p:spPr>
        <p:txBody>
          <a:bodyPr/>
          <a:lstStyle>
            <a:lvl1pPr marL="0" indent="0">
              <a:buNone/>
              <a:defRPr sz="397"/>
            </a:lvl1pPr>
            <a:lvl2pPr marL="113431" indent="0">
              <a:buNone/>
              <a:defRPr sz="347"/>
            </a:lvl2pPr>
            <a:lvl3pPr marL="226863" indent="0">
              <a:buNone/>
              <a:defRPr sz="298"/>
            </a:lvl3pPr>
            <a:lvl4pPr marL="340294" indent="0">
              <a:buNone/>
              <a:defRPr sz="248"/>
            </a:lvl4pPr>
            <a:lvl5pPr marL="453725" indent="0">
              <a:buNone/>
              <a:defRPr sz="248"/>
            </a:lvl5pPr>
            <a:lvl6pPr marL="567157" indent="0">
              <a:buNone/>
              <a:defRPr sz="248"/>
            </a:lvl6pPr>
            <a:lvl7pPr marL="680588" indent="0">
              <a:buNone/>
              <a:defRPr sz="248"/>
            </a:lvl7pPr>
            <a:lvl8pPr marL="794019" indent="0">
              <a:buNone/>
              <a:defRPr sz="248"/>
            </a:lvl8pPr>
            <a:lvl9pPr marL="907451" indent="0">
              <a:buNone/>
              <a:defRPr sz="2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6511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6011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23422" y="120779"/>
            <a:ext cx="489154" cy="192248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962" y="120779"/>
            <a:ext cx="1439104" cy="192248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98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962" y="120779"/>
            <a:ext cx="1956614" cy="438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62" y="603893"/>
            <a:ext cx="1956614" cy="14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962" y="2102599"/>
            <a:ext cx="510421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2F224-7663-4FC5-8024-75442AFDBE18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1453" y="2102599"/>
            <a:ext cx="765632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2155" y="2102599"/>
            <a:ext cx="510421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A55FB-F522-4D3C-AC8D-6F46F4404D7B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9962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6863" rtl="0" eaLnBrk="1" latinLnBrk="0" hangingPunct="1">
        <a:lnSpc>
          <a:spcPct val="90000"/>
        </a:lnSpc>
        <a:spcBef>
          <a:spcPct val="0"/>
        </a:spcBef>
        <a:buNone/>
        <a:defRPr sz="10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16" indent="-56716" algn="l" defTabSz="226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1pPr>
      <a:lvl2pPr marL="170147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2pPr>
      <a:lvl3pPr marL="283578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3pPr>
      <a:lvl4pPr marL="397010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4pPr>
      <a:lvl5pPr marL="510441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5pPr>
      <a:lvl6pPr marL="623872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6pPr>
      <a:lvl7pPr marL="737304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7pPr>
      <a:lvl8pPr marL="850735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8pPr>
      <a:lvl9pPr marL="964166" indent="-56716" algn="l" defTabSz="226863" rtl="0" eaLnBrk="1" latinLnBrk="0" hangingPunct="1">
        <a:lnSpc>
          <a:spcPct val="90000"/>
        </a:lnSpc>
        <a:spcBef>
          <a:spcPts val="124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1pPr>
      <a:lvl2pPr marL="113431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2pPr>
      <a:lvl3pPr marL="226863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3pPr>
      <a:lvl4pPr marL="340294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4pPr>
      <a:lvl5pPr marL="453725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5pPr>
      <a:lvl6pPr marL="567157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6pPr>
      <a:lvl7pPr marL="680588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7pPr>
      <a:lvl8pPr marL="794019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8pPr>
      <a:lvl9pPr marL="907451" algn="l" defTabSz="226863" rtl="0" eaLnBrk="1" latinLnBrk="0" hangingPunct="1">
        <a:defRPr sz="4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B877ABA-47D4-3C40-6E18-703733577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68538" cy="22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8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C32C9FD-ADF7-4006-DD0F-43A09B462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2268000" cy="22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74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5406C4-FD57-4C26-8D74-A7999881621D}"/>
</file>

<file path=customXml/itemProps2.xml><?xml version="1.0" encoding="utf-8"?>
<ds:datastoreItem xmlns:ds="http://schemas.openxmlformats.org/officeDocument/2006/customXml" ds:itemID="{1EF1F2D3-BE86-4A89-B915-977BD801C348}"/>
</file>

<file path=customXml/itemProps3.xml><?xml version="1.0" encoding="utf-8"?>
<ds:datastoreItem xmlns:ds="http://schemas.openxmlformats.org/officeDocument/2006/customXml" ds:itemID="{B9F1951E-6E70-4D27-9AC2-7D6419B6DD9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1</cp:revision>
  <dcterms:created xsi:type="dcterms:W3CDTF">2026-06-01T13:56:16Z</dcterms:created>
  <dcterms:modified xsi:type="dcterms:W3CDTF">2026-06-01T13:59:36Z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