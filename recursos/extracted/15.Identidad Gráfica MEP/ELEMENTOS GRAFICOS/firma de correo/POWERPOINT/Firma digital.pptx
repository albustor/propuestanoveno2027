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7620000" cy="203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A9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3CAF34-C206-F59C-D1B2-EA3AA0AC1C98}" v="36" dt="2026-06-12T17:14:08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92" d="100"/>
          <a:sy n="192" d="100"/>
        </p:scale>
        <p:origin x="138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Manuel Calderon Hernandez" userId="S::manuel.calderon.hernandez@mep.go.cr::9b791d2d-ed5a-4895-a3dc-034e9a29c108" providerId="AD" clId="Web-{093CAF34-C206-F59C-D1B2-EA3AA0AC1C98}"/>
    <pc:docChg chg="delSld modSld">
      <pc:chgData name="Carlos Manuel Calderon Hernandez" userId="S::manuel.calderon.hernandez@mep.go.cr::9b791d2d-ed5a-4895-a3dc-034e9a29c108" providerId="AD" clId="Web-{093CAF34-C206-F59C-D1B2-EA3AA0AC1C98}" dt="2026-06-12T17:14:08.166" v="16"/>
      <pc:docMkLst>
        <pc:docMk/>
      </pc:docMkLst>
      <pc:sldChg chg="modSp del">
        <pc:chgData name="Carlos Manuel Calderon Hernandez" userId="S::manuel.calderon.hernandez@mep.go.cr::9b791d2d-ed5a-4895-a3dc-034e9a29c108" providerId="AD" clId="Web-{093CAF34-C206-F59C-D1B2-EA3AA0AC1C98}" dt="2026-06-12T17:14:08.166" v="16"/>
        <pc:sldMkLst>
          <pc:docMk/>
          <pc:sldMk cId="1274152079" sldId="256"/>
        </pc:sldMkLst>
        <pc:spChg chg="mod">
          <ac:chgData name="Carlos Manuel Calderon Hernandez" userId="S::manuel.calderon.hernandez@mep.go.cr::9b791d2d-ed5a-4895-a3dc-034e9a29c108" providerId="AD" clId="Web-{093CAF34-C206-F59C-D1B2-EA3AA0AC1C98}" dt="2026-06-12T17:13:47.587" v="15" actId="20577"/>
          <ac:spMkLst>
            <pc:docMk/>
            <pc:sldMk cId="1274152079" sldId="256"/>
            <ac:spMk id="19" creationId="{0F5F0A57-2DD9-E7DB-151A-C752F5EA066A}"/>
          </ac:spMkLst>
        </pc:spChg>
      </pc:sldChg>
      <pc:sldChg chg="modSp">
        <pc:chgData name="Carlos Manuel Calderon Hernandez" userId="S::manuel.calderon.hernandez@mep.go.cr::9b791d2d-ed5a-4895-a3dc-034e9a29c108" providerId="AD" clId="Web-{093CAF34-C206-F59C-D1B2-EA3AA0AC1C98}" dt="2026-06-12T17:13:36.556" v="11" actId="20577"/>
        <pc:sldMkLst>
          <pc:docMk/>
          <pc:sldMk cId="1965836170" sldId="257"/>
        </pc:sldMkLst>
        <pc:spChg chg="mod">
          <ac:chgData name="Carlos Manuel Calderon Hernandez" userId="S::manuel.calderon.hernandez@mep.go.cr::9b791d2d-ed5a-4895-a3dc-034e9a29c108" providerId="AD" clId="Web-{093CAF34-C206-F59C-D1B2-EA3AA0AC1C98}" dt="2026-06-12T17:13:36.556" v="11" actId="20577"/>
          <ac:spMkLst>
            <pc:docMk/>
            <pc:sldMk cId="1965836170" sldId="257"/>
            <ac:spMk id="14" creationId="{006970E1-F057-936F-9816-B78E89917A4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2500" y="332552"/>
            <a:ext cx="5715000" cy="707437"/>
          </a:xfrm>
        </p:spPr>
        <p:txBody>
          <a:bodyPr anchor="b"/>
          <a:lstStyle>
            <a:lvl1pPr algn="ctr">
              <a:defRPr sz="177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2500" y="1067271"/>
            <a:ext cx="5715000" cy="490596"/>
          </a:xfrm>
        </p:spPr>
        <p:txBody>
          <a:bodyPr/>
          <a:lstStyle>
            <a:lvl1pPr marL="0" indent="0" algn="ctr">
              <a:buNone/>
              <a:defRPr sz="711"/>
            </a:lvl1pPr>
            <a:lvl2pPr marL="135468" indent="0" algn="ctr">
              <a:buNone/>
              <a:defRPr sz="593"/>
            </a:lvl2pPr>
            <a:lvl3pPr marL="270937" indent="0" algn="ctr">
              <a:buNone/>
              <a:defRPr sz="533"/>
            </a:lvl3pPr>
            <a:lvl4pPr marL="406405" indent="0" algn="ctr">
              <a:buNone/>
              <a:defRPr sz="474"/>
            </a:lvl4pPr>
            <a:lvl5pPr marL="541873" indent="0" algn="ctr">
              <a:buNone/>
              <a:defRPr sz="474"/>
            </a:lvl5pPr>
            <a:lvl6pPr marL="677342" indent="0" algn="ctr">
              <a:buNone/>
              <a:defRPr sz="474"/>
            </a:lvl6pPr>
            <a:lvl7pPr marL="812810" indent="0" algn="ctr">
              <a:buNone/>
              <a:defRPr sz="474"/>
            </a:lvl7pPr>
            <a:lvl8pPr marL="948279" indent="0" algn="ctr">
              <a:buNone/>
              <a:defRPr sz="474"/>
            </a:lvl8pPr>
            <a:lvl9pPr marL="1083747" indent="0" algn="ctr">
              <a:buNone/>
              <a:defRPr sz="474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FF43-5637-4BE5-9EBB-5AD8AA46608C}" type="datetimeFigureOut">
              <a:rPr lang="es-CR" smtClean="0"/>
              <a:t>25/06/2026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0A283-DDAC-42DE-96C9-89D0BB2624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39104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FF43-5637-4BE5-9EBB-5AD8AA46608C}" type="datetimeFigureOut">
              <a:rPr lang="es-CR" smtClean="0"/>
              <a:t>25/06/2026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0A283-DDAC-42DE-96C9-89D0BB2624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44922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906" y="506589"/>
            <a:ext cx="6572250" cy="845255"/>
          </a:xfrm>
        </p:spPr>
        <p:txBody>
          <a:bodyPr anchor="b"/>
          <a:lstStyle>
            <a:lvl1pPr>
              <a:defRPr sz="177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906" y="1359841"/>
            <a:ext cx="6572250" cy="444500"/>
          </a:xfrm>
        </p:spPr>
        <p:txBody>
          <a:bodyPr/>
          <a:lstStyle>
            <a:lvl1pPr marL="0" indent="0">
              <a:buNone/>
              <a:defRPr sz="711">
                <a:solidFill>
                  <a:schemeClr val="tx1">
                    <a:tint val="82000"/>
                  </a:schemeClr>
                </a:solidFill>
              </a:defRPr>
            </a:lvl1pPr>
            <a:lvl2pPr marL="135468" indent="0">
              <a:buNone/>
              <a:defRPr sz="593">
                <a:solidFill>
                  <a:schemeClr val="tx1">
                    <a:tint val="82000"/>
                  </a:schemeClr>
                </a:solidFill>
              </a:defRPr>
            </a:lvl2pPr>
            <a:lvl3pPr marL="270937" indent="0">
              <a:buNone/>
              <a:defRPr sz="533">
                <a:solidFill>
                  <a:schemeClr val="tx1">
                    <a:tint val="82000"/>
                  </a:schemeClr>
                </a:solidFill>
              </a:defRPr>
            </a:lvl3pPr>
            <a:lvl4pPr marL="406405" indent="0">
              <a:buNone/>
              <a:defRPr sz="474">
                <a:solidFill>
                  <a:schemeClr val="tx1">
                    <a:tint val="82000"/>
                  </a:schemeClr>
                </a:solidFill>
              </a:defRPr>
            </a:lvl4pPr>
            <a:lvl5pPr marL="541873" indent="0">
              <a:buNone/>
              <a:defRPr sz="474">
                <a:solidFill>
                  <a:schemeClr val="tx1">
                    <a:tint val="82000"/>
                  </a:schemeClr>
                </a:solidFill>
              </a:defRPr>
            </a:lvl5pPr>
            <a:lvl6pPr marL="677342" indent="0">
              <a:buNone/>
              <a:defRPr sz="474">
                <a:solidFill>
                  <a:schemeClr val="tx1">
                    <a:tint val="82000"/>
                  </a:schemeClr>
                </a:solidFill>
              </a:defRPr>
            </a:lvl6pPr>
            <a:lvl7pPr marL="812810" indent="0">
              <a:buNone/>
              <a:defRPr sz="474">
                <a:solidFill>
                  <a:schemeClr val="tx1">
                    <a:tint val="82000"/>
                  </a:schemeClr>
                </a:solidFill>
              </a:defRPr>
            </a:lvl7pPr>
            <a:lvl8pPr marL="948279" indent="0">
              <a:buNone/>
              <a:defRPr sz="474">
                <a:solidFill>
                  <a:schemeClr val="tx1">
                    <a:tint val="82000"/>
                  </a:schemeClr>
                </a:solidFill>
              </a:defRPr>
            </a:lvl8pPr>
            <a:lvl9pPr marL="1083747" indent="0">
              <a:buNone/>
              <a:defRPr sz="47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FF43-5637-4BE5-9EBB-5AD8AA46608C}" type="datetimeFigureOut">
              <a:rPr lang="es-CR" smtClean="0"/>
              <a:t>25/06/2026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0A283-DDAC-42DE-96C9-89D0BB2624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740239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3875" y="540926"/>
            <a:ext cx="3238500" cy="12892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57625" y="540926"/>
            <a:ext cx="3238500" cy="12892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FF43-5637-4BE5-9EBB-5AD8AA46608C}" type="datetimeFigureOut">
              <a:rPr lang="es-CR" smtClean="0"/>
              <a:t>25/06/2026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0A283-DDAC-42DE-96C9-89D0BB2624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88850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867" y="108186"/>
            <a:ext cx="6572250" cy="39275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4868" y="498122"/>
            <a:ext cx="3223617" cy="244122"/>
          </a:xfrm>
        </p:spPr>
        <p:txBody>
          <a:bodyPr anchor="b"/>
          <a:lstStyle>
            <a:lvl1pPr marL="0" indent="0">
              <a:buNone/>
              <a:defRPr sz="711" b="1"/>
            </a:lvl1pPr>
            <a:lvl2pPr marL="135468" indent="0">
              <a:buNone/>
              <a:defRPr sz="593" b="1"/>
            </a:lvl2pPr>
            <a:lvl3pPr marL="270937" indent="0">
              <a:buNone/>
              <a:defRPr sz="533" b="1"/>
            </a:lvl3pPr>
            <a:lvl4pPr marL="406405" indent="0">
              <a:buNone/>
              <a:defRPr sz="474" b="1"/>
            </a:lvl4pPr>
            <a:lvl5pPr marL="541873" indent="0">
              <a:buNone/>
              <a:defRPr sz="474" b="1"/>
            </a:lvl5pPr>
            <a:lvl6pPr marL="677342" indent="0">
              <a:buNone/>
              <a:defRPr sz="474" b="1"/>
            </a:lvl6pPr>
            <a:lvl7pPr marL="812810" indent="0">
              <a:buNone/>
              <a:defRPr sz="474" b="1"/>
            </a:lvl7pPr>
            <a:lvl8pPr marL="948279" indent="0">
              <a:buNone/>
              <a:defRPr sz="474" b="1"/>
            </a:lvl8pPr>
            <a:lvl9pPr marL="1083747" indent="0">
              <a:buNone/>
              <a:defRPr sz="474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4868" y="742244"/>
            <a:ext cx="3223617" cy="109173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57625" y="498122"/>
            <a:ext cx="3239493" cy="244122"/>
          </a:xfrm>
        </p:spPr>
        <p:txBody>
          <a:bodyPr anchor="b"/>
          <a:lstStyle>
            <a:lvl1pPr marL="0" indent="0">
              <a:buNone/>
              <a:defRPr sz="711" b="1"/>
            </a:lvl1pPr>
            <a:lvl2pPr marL="135468" indent="0">
              <a:buNone/>
              <a:defRPr sz="593" b="1"/>
            </a:lvl2pPr>
            <a:lvl3pPr marL="270937" indent="0">
              <a:buNone/>
              <a:defRPr sz="533" b="1"/>
            </a:lvl3pPr>
            <a:lvl4pPr marL="406405" indent="0">
              <a:buNone/>
              <a:defRPr sz="474" b="1"/>
            </a:lvl4pPr>
            <a:lvl5pPr marL="541873" indent="0">
              <a:buNone/>
              <a:defRPr sz="474" b="1"/>
            </a:lvl5pPr>
            <a:lvl6pPr marL="677342" indent="0">
              <a:buNone/>
              <a:defRPr sz="474" b="1"/>
            </a:lvl6pPr>
            <a:lvl7pPr marL="812810" indent="0">
              <a:buNone/>
              <a:defRPr sz="474" b="1"/>
            </a:lvl7pPr>
            <a:lvl8pPr marL="948279" indent="0">
              <a:buNone/>
              <a:defRPr sz="474" b="1"/>
            </a:lvl8pPr>
            <a:lvl9pPr marL="1083747" indent="0">
              <a:buNone/>
              <a:defRPr sz="474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57625" y="742244"/>
            <a:ext cx="3239493" cy="109173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FF43-5637-4BE5-9EBB-5AD8AA46608C}" type="datetimeFigureOut">
              <a:rPr lang="es-CR" smtClean="0"/>
              <a:t>25/06/2026</a:t>
            </a:fld>
            <a:endParaRPr lang="es-C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0A283-DDAC-42DE-96C9-89D0BB2624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34714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FF43-5637-4BE5-9EBB-5AD8AA46608C}" type="datetimeFigureOut">
              <a:rPr lang="es-CR" smtClean="0"/>
              <a:t>25/06/2026</a:t>
            </a:fld>
            <a:endParaRPr lang="es-C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0A283-DDAC-42DE-96C9-89D0BB2624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729988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FF43-5637-4BE5-9EBB-5AD8AA46608C}" type="datetimeFigureOut">
              <a:rPr lang="es-CR" smtClean="0"/>
              <a:t>25/06/2026</a:t>
            </a:fld>
            <a:endParaRPr lang="es-C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0A283-DDAC-42DE-96C9-89D0BB2624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206006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868" y="135467"/>
            <a:ext cx="2457648" cy="474133"/>
          </a:xfrm>
        </p:spPr>
        <p:txBody>
          <a:bodyPr anchor="b"/>
          <a:lstStyle>
            <a:lvl1pPr>
              <a:defRPr sz="94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9493" y="292571"/>
            <a:ext cx="3857625" cy="1444037"/>
          </a:xfrm>
        </p:spPr>
        <p:txBody>
          <a:bodyPr/>
          <a:lstStyle>
            <a:lvl1pPr>
              <a:defRPr sz="948"/>
            </a:lvl1pPr>
            <a:lvl2pPr>
              <a:defRPr sz="830"/>
            </a:lvl2pPr>
            <a:lvl3pPr>
              <a:defRPr sz="711"/>
            </a:lvl3pPr>
            <a:lvl4pPr>
              <a:defRPr sz="593"/>
            </a:lvl4pPr>
            <a:lvl5pPr>
              <a:defRPr sz="593"/>
            </a:lvl5pPr>
            <a:lvl6pPr>
              <a:defRPr sz="593"/>
            </a:lvl6pPr>
            <a:lvl7pPr>
              <a:defRPr sz="593"/>
            </a:lvl7pPr>
            <a:lvl8pPr>
              <a:defRPr sz="593"/>
            </a:lvl8pPr>
            <a:lvl9pPr>
              <a:defRPr sz="59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4868" y="609600"/>
            <a:ext cx="2457648" cy="1129359"/>
          </a:xfrm>
        </p:spPr>
        <p:txBody>
          <a:bodyPr/>
          <a:lstStyle>
            <a:lvl1pPr marL="0" indent="0">
              <a:buNone/>
              <a:defRPr sz="474"/>
            </a:lvl1pPr>
            <a:lvl2pPr marL="135468" indent="0">
              <a:buNone/>
              <a:defRPr sz="415"/>
            </a:lvl2pPr>
            <a:lvl3pPr marL="270937" indent="0">
              <a:buNone/>
              <a:defRPr sz="356"/>
            </a:lvl3pPr>
            <a:lvl4pPr marL="406405" indent="0">
              <a:buNone/>
              <a:defRPr sz="296"/>
            </a:lvl4pPr>
            <a:lvl5pPr marL="541873" indent="0">
              <a:buNone/>
              <a:defRPr sz="296"/>
            </a:lvl5pPr>
            <a:lvl6pPr marL="677342" indent="0">
              <a:buNone/>
              <a:defRPr sz="296"/>
            </a:lvl6pPr>
            <a:lvl7pPr marL="812810" indent="0">
              <a:buNone/>
              <a:defRPr sz="296"/>
            </a:lvl7pPr>
            <a:lvl8pPr marL="948279" indent="0">
              <a:buNone/>
              <a:defRPr sz="296"/>
            </a:lvl8pPr>
            <a:lvl9pPr marL="1083747" indent="0">
              <a:buNone/>
              <a:defRPr sz="296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FF43-5637-4BE5-9EBB-5AD8AA46608C}" type="datetimeFigureOut">
              <a:rPr lang="es-CR" smtClean="0"/>
              <a:t>25/06/2026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0A283-DDAC-42DE-96C9-89D0BB2624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55753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868" y="135467"/>
            <a:ext cx="2457648" cy="474133"/>
          </a:xfrm>
        </p:spPr>
        <p:txBody>
          <a:bodyPr anchor="b"/>
          <a:lstStyle>
            <a:lvl1pPr>
              <a:defRPr sz="94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39493" y="292571"/>
            <a:ext cx="3857625" cy="1444037"/>
          </a:xfrm>
        </p:spPr>
        <p:txBody>
          <a:bodyPr anchor="t"/>
          <a:lstStyle>
            <a:lvl1pPr marL="0" indent="0">
              <a:buNone/>
              <a:defRPr sz="948"/>
            </a:lvl1pPr>
            <a:lvl2pPr marL="135468" indent="0">
              <a:buNone/>
              <a:defRPr sz="830"/>
            </a:lvl2pPr>
            <a:lvl3pPr marL="270937" indent="0">
              <a:buNone/>
              <a:defRPr sz="711"/>
            </a:lvl3pPr>
            <a:lvl4pPr marL="406405" indent="0">
              <a:buNone/>
              <a:defRPr sz="593"/>
            </a:lvl4pPr>
            <a:lvl5pPr marL="541873" indent="0">
              <a:buNone/>
              <a:defRPr sz="593"/>
            </a:lvl5pPr>
            <a:lvl6pPr marL="677342" indent="0">
              <a:buNone/>
              <a:defRPr sz="593"/>
            </a:lvl6pPr>
            <a:lvl7pPr marL="812810" indent="0">
              <a:buNone/>
              <a:defRPr sz="593"/>
            </a:lvl7pPr>
            <a:lvl8pPr marL="948279" indent="0">
              <a:buNone/>
              <a:defRPr sz="593"/>
            </a:lvl8pPr>
            <a:lvl9pPr marL="1083747" indent="0">
              <a:buNone/>
              <a:defRPr sz="59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4868" y="609600"/>
            <a:ext cx="2457648" cy="1129359"/>
          </a:xfrm>
        </p:spPr>
        <p:txBody>
          <a:bodyPr/>
          <a:lstStyle>
            <a:lvl1pPr marL="0" indent="0">
              <a:buNone/>
              <a:defRPr sz="474"/>
            </a:lvl1pPr>
            <a:lvl2pPr marL="135468" indent="0">
              <a:buNone/>
              <a:defRPr sz="415"/>
            </a:lvl2pPr>
            <a:lvl3pPr marL="270937" indent="0">
              <a:buNone/>
              <a:defRPr sz="356"/>
            </a:lvl3pPr>
            <a:lvl4pPr marL="406405" indent="0">
              <a:buNone/>
              <a:defRPr sz="296"/>
            </a:lvl4pPr>
            <a:lvl5pPr marL="541873" indent="0">
              <a:buNone/>
              <a:defRPr sz="296"/>
            </a:lvl5pPr>
            <a:lvl6pPr marL="677342" indent="0">
              <a:buNone/>
              <a:defRPr sz="296"/>
            </a:lvl6pPr>
            <a:lvl7pPr marL="812810" indent="0">
              <a:buNone/>
              <a:defRPr sz="296"/>
            </a:lvl7pPr>
            <a:lvl8pPr marL="948279" indent="0">
              <a:buNone/>
              <a:defRPr sz="296"/>
            </a:lvl8pPr>
            <a:lvl9pPr marL="1083747" indent="0">
              <a:buNone/>
              <a:defRPr sz="296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FF43-5637-4BE5-9EBB-5AD8AA46608C}" type="datetimeFigureOut">
              <a:rPr lang="es-CR" smtClean="0"/>
              <a:t>25/06/2026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0A283-DDAC-42DE-96C9-89D0BB2624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444989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FF43-5637-4BE5-9EBB-5AD8AA46608C}" type="datetimeFigureOut">
              <a:rPr lang="es-CR" smtClean="0"/>
              <a:t>25/06/2026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0A283-DDAC-42DE-96C9-89D0BB2624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799871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53062" y="108185"/>
            <a:ext cx="1643063" cy="172202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875" y="108185"/>
            <a:ext cx="4833938" cy="172202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BFF43-5637-4BE5-9EBB-5AD8AA46608C}" type="datetimeFigureOut">
              <a:rPr lang="es-CR" smtClean="0"/>
              <a:t>25/06/2026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0A283-DDAC-42DE-96C9-89D0BB2624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421632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3875" y="108186"/>
            <a:ext cx="6572250" cy="3927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875" y="540926"/>
            <a:ext cx="6572250" cy="1289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3875" y="1883363"/>
            <a:ext cx="1714500" cy="1081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3BFF43-5637-4BE5-9EBB-5AD8AA46608C}" type="datetimeFigureOut">
              <a:rPr lang="es-CR" smtClean="0"/>
              <a:t>25/06/2026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125" y="1883363"/>
            <a:ext cx="2571750" cy="1081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81625" y="1883363"/>
            <a:ext cx="1714500" cy="1081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E0A283-DDAC-42DE-96C9-89D0BB2624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97698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70937" rtl="0" eaLnBrk="1" latinLnBrk="0" hangingPunct="1">
        <a:lnSpc>
          <a:spcPct val="90000"/>
        </a:lnSpc>
        <a:spcBef>
          <a:spcPct val="0"/>
        </a:spcBef>
        <a:buNone/>
        <a:defRPr sz="130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7734" indent="-67734" algn="l" defTabSz="270937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830" kern="1200">
          <a:solidFill>
            <a:schemeClr val="tx1"/>
          </a:solidFill>
          <a:latin typeface="+mn-lt"/>
          <a:ea typeface="+mn-ea"/>
          <a:cs typeface="+mn-cs"/>
        </a:defRPr>
      </a:lvl1pPr>
      <a:lvl2pPr marL="203203" indent="-67734" algn="l" defTabSz="270937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711" kern="1200">
          <a:solidFill>
            <a:schemeClr val="tx1"/>
          </a:solidFill>
          <a:latin typeface="+mn-lt"/>
          <a:ea typeface="+mn-ea"/>
          <a:cs typeface="+mn-cs"/>
        </a:defRPr>
      </a:lvl2pPr>
      <a:lvl3pPr marL="338671" indent="-67734" algn="l" defTabSz="270937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93" kern="1200">
          <a:solidFill>
            <a:schemeClr val="tx1"/>
          </a:solidFill>
          <a:latin typeface="+mn-lt"/>
          <a:ea typeface="+mn-ea"/>
          <a:cs typeface="+mn-cs"/>
        </a:defRPr>
      </a:lvl3pPr>
      <a:lvl4pPr marL="474139" indent="-67734" algn="l" defTabSz="270937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33" kern="1200">
          <a:solidFill>
            <a:schemeClr val="tx1"/>
          </a:solidFill>
          <a:latin typeface="+mn-lt"/>
          <a:ea typeface="+mn-ea"/>
          <a:cs typeface="+mn-cs"/>
        </a:defRPr>
      </a:lvl4pPr>
      <a:lvl5pPr marL="609608" indent="-67734" algn="l" defTabSz="270937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33" kern="1200">
          <a:solidFill>
            <a:schemeClr val="tx1"/>
          </a:solidFill>
          <a:latin typeface="+mn-lt"/>
          <a:ea typeface="+mn-ea"/>
          <a:cs typeface="+mn-cs"/>
        </a:defRPr>
      </a:lvl5pPr>
      <a:lvl6pPr marL="745076" indent="-67734" algn="l" defTabSz="270937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33" kern="1200">
          <a:solidFill>
            <a:schemeClr val="tx1"/>
          </a:solidFill>
          <a:latin typeface="+mn-lt"/>
          <a:ea typeface="+mn-ea"/>
          <a:cs typeface="+mn-cs"/>
        </a:defRPr>
      </a:lvl6pPr>
      <a:lvl7pPr marL="880544" indent="-67734" algn="l" defTabSz="270937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33" kern="1200">
          <a:solidFill>
            <a:schemeClr val="tx1"/>
          </a:solidFill>
          <a:latin typeface="+mn-lt"/>
          <a:ea typeface="+mn-ea"/>
          <a:cs typeface="+mn-cs"/>
        </a:defRPr>
      </a:lvl7pPr>
      <a:lvl8pPr marL="1016013" indent="-67734" algn="l" defTabSz="270937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33" kern="1200">
          <a:solidFill>
            <a:schemeClr val="tx1"/>
          </a:solidFill>
          <a:latin typeface="+mn-lt"/>
          <a:ea typeface="+mn-ea"/>
          <a:cs typeface="+mn-cs"/>
        </a:defRPr>
      </a:lvl8pPr>
      <a:lvl9pPr marL="1151481" indent="-67734" algn="l" defTabSz="270937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5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0937" rtl="0" eaLnBrk="1" latinLnBrk="0" hangingPunct="1">
        <a:defRPr sz="533" kern="1200">
          <a:solidFill>
            <a:schemeClr val="tx1"/>
          </a:solidFill>
          <a:latin typeface="+mn-lt"/>
          <a:ea typeface="+mn-ea"/>
          <a:cs typeface="+mn-cs"/>
        </a:defRPr>
      </a:lvl1pPr>
      <a:lvl2pPr marL="135468" algn="l" defTabSz="270937" rtl="0" eaLnBrk="1" latinLnBrk="0" hangingPunct="1">
        <a:defRPr sz="533" kern="1200">
          <a:solidFill>
            <a:schemeClr val="tx1"/>
          </a:solidFill>
          <a:latin typeface="+mn-lt"/>
          <a:ea typeface="+mn-ea"/>
          <a:cs typeface="+mn-cs"/>
        </a:defRPr>
      </a:lvl2pPr>
      <a:lvl3pPr marL="270937" algn="l" defTabSz="270937" rtl="0" eaLnBrk="1" latinLnBrk="0" hangingPunct="1">
        <a:defRPr sz="533" kern="1200">
          <a:solidFill>
            <a:schemeClr val="tx1"/>
          </a:solidFill>
          <a:latin typeface="+mn-lt"/>
          <a:ea typeface="+mn-ea"/>
          <a:cs typeface="+mn-cs"/>
        </a:defRPr>
      </a:lvl3pPr>
      <a:lvl4pPr marL="406405" algn="l" defTabSz="270937" rtl="0" eaLnBrk="1" latinLnBrk="0" hangingPunct="1">
        <a:defRPr sz="533" kern="1200">
          <a:solidFill>
            <a:schemeClr val="tx1"/>
          </a:solidFill>
          <a:latin typeface="+mn-lt"/>
          <a:ea typeface="+mn-ea"/>
          <a:cs typeface="+mn-cs"/>
        </a:defRPr>
      </a:lvl4pPr>
      <a:lvl5pPr marL="541873" algn="l" defTabSz="270937" rtl="0" eaLnBrk="1" latinLnBrk="0" hangingPunct="1">
        <a:defRPr sz="533" kern="1200">
          <a:solidFill>
            <a:schemeClr val="tx1"/>
          </a:solidFill>
          <a:latin typeface="+mn-lt"/>
          <a:ea typeface="+mn-ea"/>
          <a:cs typeface="+mn-cs"/>
        </a:defRPr>
      </a:lvl5pPr>
      <a:lvl6pPr marL="677342" algn="l" defTabSz="270937" rtl="0" eaLnBrk="1" latinLnBrk="0" hangingPunct="1">
        <a:defRPr sz="533" kern="1200">
          <a:solidFill>
            <a:schemeClr val="tx1"/>
          </a:solidFill>
          <a:latin typeface="+mn-lt"/>
          <a:ea typeface="+mn-ea"/>
          <a:cs typeface="+mn-cs"/>
        </a:defRPr>
      </a:lvl6pPr>
      <a:lvl7pPr marL="812810" algn="l" defTabSz="270937" rtl="0" eaLnBrk="1" latinLnBrk="0" hangingPunct="1">
        <a:defRPr sz="533" kern="1200">
          <a:solidFill>
            <a:schemeClr val="tx1"/>
          </a:solidFill>
          <a:latin typeface="+mn-lt"/>
          <a:ea typeface="+mn-ea"/>
          <a:cs typeface="+mn-cs"/>
        </a:defRPr>
      </a:lvl7pPr>
      <a:lvl8pPr marL="948279" algn="l" defTabSz="270937" rtl="0" eaLnBrk="1" latinLnBrk="0" hangingPunct="1">
        <a:defRPr sz="533" kern="1200">
          <a:solidFill>
            <a:schemeClr val="tx1"/>
          </a:solidFill>
          <a:latin typeface="+mn-lt"/>
          <a:ea typeface="+mn-ea"/>
          <a:cs typeface="+mn-cs"/>
        </a:defRPr>
      </a:lvl8pPr>
      <a:lvl9pPr marL="1083747" algn="l" defTabSz="270937" rtl="0" eaLnBrk="1" latinLnBrk="0" hangingPunct="1">
        <a:defRPr sz="5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6388540-19CC-0E80-CBD2-8E5D4A3F5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" y="0"/>
            <a:ext cx="7616192" cy="2032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116FB2D-DA5B-FFBE-7F50-11C8FED93A03}"/>
              </a:ext>
            </a:extLst>
          </p:cNvPr>
          <p:cNvSpPr txBox="1"/>
          <p:nvPr/>
        </p:nvSpPr>
        <p:spPr>
          <a:xfrm>
            <a:off x="3324354" y="151552"/>
            <a:ext cx="3980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b="1" spc="40" dirty="0">
                <a:solidFill>
                  <a:schemeClr val="bg1"/>
                </a:solidFill>
                <a:latin typeface="Baskerville Old Face" panose="02020602080505020303" pitchFamily="18" charset="0"/>
              </a:rPr>
              <a:t>Karen Ivone White Acuña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630B06C-CC84-6505-290A-80EE37E3123A}"/>
              </a:ext>
            </a:extLst>
          </p:cNvPr>
          <p:cNvSpPr txBox="1"/>
          <p:nvPr/>
        </p:nvSpPr>
        <p:spPr>
          <a:xfrm>
            <a:off x="3324354" y="399822"/>
            <a:ext cx="4293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b="1" spc="40" dirty="0">
                <a:solidFill>
                  <a:srgbClr val="CDA965"/>
                </a:solidFill>
                <a:latin typeface="Baskerville Old Face" panose="02020602080505020303" pitchFamily="18" charset="0"/>
              </a:rPr>
              <a:t>Asesor Nacional de Informática Educativa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B9A416C-1E50-E18B-4475-01BAC10C19C1}"/>
              </a:ext>
            </a:extLst>
          </p:cNvPr>
          <p:cNvSpPr txBox="1"/>
          <p:nvPr/>
        </p:nvSpPr>
        <p:spPr>
          <a:xfrm>
            <a:off x="3324354" y="689394"/>
            <a:ext cx="42956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b="1" kern="1400" spc="80" dirty="0">
                <a:solidFill>
                  <a:schemeClr val="bg1"/>
                </a:solidFill>
                <a:latin typeface="Baskerville Old Face" panose="02020602080505020303" pitchFamily="18" charset="0"/>
              </a:rPr>
              <a:t>Depto de Investigación, Desarrollo e Implementación</a:t>
            </a:r>
          </a:p>
          <a:p>
            <a:r>
              <a:rPr lang="es-MX" sz="1100" b="1" kern="1400" spc="80" dirty="0">
                <a:solidFill>
                  <a:schemeClr val="bg1"/>
                </a:solidFill>
                <a:latin typeface="Baskerville Old Face" panose="02020602080505020303" pitchFamily="18" charset="0"/>
              </a:rPr>
              <a:t>Dirección de Recursos Tecnológicos en Educación</a:t>
            </a:r>
            <a:endParaRPr lang="es-CR" sz="1100" b="1" kern="1400" spc="8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0E1D1DF-4133-0743-E38E-2111D9664A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3755" y="1209636"/>
            <a:ext cx="113387" cy="125985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61389322-6580-F4A3-0862-F033FDE6A9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7543" y="1394414"/>
            <a:ext cx="113386" cy="113386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07565740-628A-3E6C-80F8-D94B9BBC9E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18992" y="1577168"/>
            <a:ext cx="118150" cy="11815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9A180AD1-1109-25B5-01BB-A988651A2A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18992" y="1743903"/>
            <a:ext cx="118150" cy="11815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FC8EAE31-83C8-6B99-4195-B91765756C31}"/>
              </a:ext>
            </a:extLst>
          </p:cNvPr>
          <p:cNvSpPr txBox="1"/>
          <p:nvPr/>
        </p:nvSpPr>
        <p:spPr>
          <a:xfrm>
            <a:off x="3509476" y="1139678"/>
            <a:ext cx="36963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spc="30" dirty="0">
                <a:solidFill>
                  <a:schemeClr val="bg1"/>
                </a:solidFill>
                <a:latin typeface="Baskerville Old Face" panose="02020602080505020303" pitchFamily="18" charset="0"/>
              </a:rPr>
              <a:t>San José. Edificio Pablo Presbere. Antiguo CENADI.</a:t>
            </a:r>
            <a:endParaRPr lang="es-CR" sz="1100" spc="3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5FEB3AA-5C8B-C723-863B-7B3EA0B783B9}"/>
              </a:ext>
            </a:extLst>
          </p:cNvPr>
          <p:cNvSpPr txBox="1"/>
          <p:nvPr/>
        </p:nvSpPr>
        <p:spPr>
          <a:xfrm>
            <a:off x="3520929" y="1326530"/>
            <a:ext cx="24060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spc="30" dirty="0">
                <a:solidFill>
                  <a:schemeClr val="bg1"/>
                </a:solidFill>
                <a:latin typeface="Baskerville Old Face" panose="02020602080505020303" pitchFamily="18" charset="0"/>
              </a:rPr>
              <a:t>2459-11-00, ext. 17111</a:t>
            </a:r>
            <a:endParaRPr lang="es-CR" sz="1100" spc="3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06970E1-F057-936F-9816-B78E89917A4E}"/>
              </a:ext>
            </a:extLst>
          </p:cNvPr>
          <p:cNvSpPr txBox="1"/>
          <p:nvPr/>
        </p:nvSpPr>
        <p:spPr>
          <a:xfrm>
            <a:off x="3509477" y="1500662"/>
            <a:ext cx="271889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100" spc="30" dirty="0">
                <a:solidFill>
                  <a:schemeClr val="bg1"/>
                </a:solidFill>
                <a:latin typeface="Baskerville Old Face"/>
              </a:rPr>
              <a:t>karen.white.acuna@mep.go.cr</a:t>
            </a:r>
            <a:endParaRPr lang="es-CR" sz="1100" spc="3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0F11668-1984-9BD2-02C2-DB82BFAD71FE}"/>
              </a:ext>
            </a:extLst>
          </p:cNvPr>
          <p:cNvSpPr txBox="1"/>
          <p:nvPr/>
        </p:nvSpPr>
        <p:spPr>
          <a:xfrm>
            <a:off x="3509477" y="1668982"/>
            <a:ext cx="24060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spc="30" dirty="0">
                <a:solidFill>
                  <a:schemeClr val="bg1"/>
                </a:solidFill>
                <a:latin typeface="Baskerville Old Face" panose="02020602080505020303" pitchFamily="18" charset="0"/>
              </a:rPr>
              <a:t>www.mep.go.cr</a:t>
            </a:r>
            <a:endParaRPr lang="es-CR" sz="1100" spc="3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8361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E67AF6B00BAB469C7FFDCA5F67DDF6" ma:contentTypeVersion="15" ma:contentTypeDescription="Crear nuevo documento." ma:contentTypeScope="" ma:versionID="5c93b4c592fe5fbc4d8d46d0a9eaf752">
  <xsd:schema xmlns:xsd="http://www.w3.org/2001/XMLSchema" xmlns:xs="http://www.w3.org/2001/XMLSchema" xmlns:p="http://schemas.microsoft.com/office/2006/metadata/properties" xmlns:ns2="a65f68e9-1bb3-4ef6-81ee-cd4f0761406a" xmlns:ns3="00adeb45-501c-4940-a221-5869bf7bbc99" targetNamespace="http://schemas.microsoft.com/office/2006/metadata/properties" ma:root="true" ma:fieldsID="923d4a8cd75c05501bf1bcf75bf92b96" ns2:_="" ns3:_="">
    <xsd:import namespace="a65f68e9-1bb3-4ef6-81ee-cd4f0761406a"/>
    <xsd:import namespace="00adeb45-501c-4940-a221-5869bf7bbc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Seleccion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5f68e9-1bb3-4ef6-81ee-cd4f076140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8a094f3-5355-4f18-8742-8f039f4031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Seleccione" ma:index="22" nillable="true" ma:displayName="Seleccione" ma:format="Dropdown" ma:internalName="Seleccione">
      <xsd:simpleType>
        <xsd:restriction base="dms:Choice">
          <xsd:enumeration value="Opción 1"/>
          <xsd:enumeration value="Opción 2"/>
          <xsd:enumeration value="Opción 3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adeb45-501c-4940-a221-5869bf7bbc9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leccione xmlns="a65f68e9-1bb3-4ef6-81ee-cd4f0761406a" xsi:nil="true"/>
    <lcf76f155ced4ddcb4097134ff3c332f xmlns="a65f68e9-1bb3-4ef6-81ee-cd4f0761406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939AC50-CDDB-48BB-B357-05C535C25015}"/>
</file>

<file path=customXml/itemProps2.xml><?xml version="1.0" encoding="utf-8"?>
<ds:datastoreItem xmlns:ds="http://schemas.openxmlformats.org/officeDocument/2006/customXml" ds:itemID="{EFCD55C0-FAF8-4B6F-88F4-CFB680F98489}"/>
</file>

<file path=customXml/itemProps3.xml><?xml version="1.0" encoding="utf-8"?>
<ds:datastoreItem xmlns:ds="http://schemas.openxmlformats.org/officeDocument/2006/customXml" ds:itemID="{BEA9D09B-2484-4551-9F43-E137781D5942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55</Words>
  <Application>Microsoft Office PowerPoint</Application>
  <PresentationFormat>Personalizado</PresentationFormat>
  <Paragraphs>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Baskerville Old Face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Calderon</dc:creator>
  <cp:lastModifiedBy>Karen Ivone White Acuna</cp:lastModifiedBy>
  <cp:revision>13</cp:revision>
  <dcterms:created xsi:type="dcterms:W3CDTF">2026-06-02T21:00:21Z</dcterms:created>
  <dcterms:modified xsi:type="dcterms:W3CDTF">2026-06-25T20:24:42Z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0x0101002BE67AF6B00BAB469C7FFDCA5F67DDF6</vt:lpwstr>
  </property>
</Properties>
</file>