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ngesInfos/changesInfo1.xml" ContentType="application/vnd.ms-powerpoint.changesinfo+xml"/>
  <Override PartName="/ppt/revisionInfo.xml" ContentType="application/vnd.ms-powerpoint.revisioninfo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6350000" cy="6350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FFED54E-4792-CA8D-742E-D9EA4C1C1079}" v="2" dt="2026-06-15T16:38:25.96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82" d="100"/>
          <a:sy n="82" d="100"/>
        </p:scale>
        <p:origin x="2222" y="1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11" Type="http://schemas.openxmlformats.org/officeDocument/2006/relationships/customXml" Target="../customXml/item3.xml"/><Relationship Id="rId5" Type="http://schemas.openxmlformats.org/officeDocument/2006/relationships/theme" Target="theme/theme1.xml"/><Relationship Id="rId10" Type="http://schemas.openxmlformats.org/officeDocument/2006/relationships/customXml" Target="../customXml/item2.xml"/><Relationship Id="rId4" Type="http://schemas.openxmlformats.org/officeDocument/2006/relationships/viewProps" Target="viewProps.xml"/><Relationship Id="rId9" Type="http://schemas.openxmlformats.org/officeDocument/2006/relationships/customXml" Target="../customXml/item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clId="Web-{AFFED54E-4792-CA8D-742E-D9EA4C1C1079}"/>
    <pc:docChg chg="modSld">
      <pc:chgData name="" userId="" providerId="" clId="Web-{AFFED54E-4792-CA8D-742E-D9EA4C1C1079}" dt="2026-06-15T16:38:25.966" v="1" actId="1076"/>
      <pc:docMkLst>
        <pc:docMk/>
      </pc:docMkLst>
      <pc:sldChg chg="modSp">
        <pc:chgData name="" userId="" providerId="" clId="Web-{AFFED54E-4792-CA8D-742E-D9EA4C1C1079}" dt="2026-06-15T16:38:25.966" v="1" actId="1076"/>
        <pc:sldMkLst>
          <pc:docMk/>
          <pc:sldMk cId="2943439057" sldId="256"/>
        </pc:sldMkLst>
        <pc:picChg chg="mod">
          <ac:chgData name="" userId="" providerId="" clId="Web-{AFFED54E-4792-CA8D-742E-D9EA4C1C1079}" dt="2026-06-15T16:38:25.966" v="1" actId="1076"/>
          <ac:picMkLst>
            <pc:docMk/>
            <pc:sldMk cId="2943439057" sldId="256"/>
            <ac:picMk id="9" creationId="{D68C4A53-F560-2128-767C-490F1145655E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76250" y="1039225"/>
            <a:ext cx="5397500" cy="2210741"/>
          </a:xfrm>
        </p:spPr>
        <p:txBody>
          <a:bodyPr anchor="b"/>
          <a:lstStyle>
            <a:lvl1pPr algn="ctr">
              <a:defRPr sz="4166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93750" y="3335220"/>
            <a:ext cx="4762500" cy="1533113"/>
          </a:xfrm>
        </p:spPr>
        <p:txBody>
          <a:bodyPr/>
          <a:lstStyle>
            <a:lvl1pPr marL="0" indent="0" algn="ctr">
              <a:buNone/>
              <a:defRPr sz="1667"/>
            </a:lvl1pPr>
            <a:lvl2pPr marL="317480" indent="0" algn="ctr">
              <a:buNone/>
              <a:defRPr sz="1389"/>
            </a:lvl2pPr>
            <a:lvl3pPr marL="634959" indent="0" algn="ctr">
              <a:buNone/>
              <a:defRPr sz="1250"/>
            </a:lvl3pPr>
            <a:lvl4pPr marL="952439" indent="0" algn="ctr">
              <a:buNone/>
              <a:defRPr sz="1111"/>
            </a:lvl4pPr>
            <a:lvl5pPr marL="1269919" indent="0" algn="ctr">
              <a:buNone/>
              <a:defRPr sz="1111"/>
            </a:lvl5pPr>
            <a:lvl6pPr marL="1587398" indent="0" algn="ctr">
              <a:buNone/>
              <a:defRPr sz="1111"/>
            </a:lvl6pPr>
            <a:lvl7pPr marL="1904878" indent="0" algn="ctr">
              <a:buNone/>
              <a:defRPr sz="1111"/>
            </a:lvl7pPr>
            <a:lvl8pPr marL="2222358" indent="0" algn="ctr">
              <a:buNone/>
              <a:defRPr sz="1111"/>
            </a:lvl8pPr>
            <a:lvl9pPr marL="2539837" indent="0" algn="ctr">
              <a:buNone/>
              <a:defRPr sz="1111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59340-CDDE-476F-984D-84B60DEA539C}" type="datetimeFigureOut">
              <a:rPr lang="es-CR" smtClean="0"/>
              <a:t>15/6/2026</a:t>
            </a:fld>
            <a:endParaRPr lang="es-C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D50F98-9D09-45D5-BD33-FCE347EA32A5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9294623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59340-CDDE-476F-984D-84B60DEA539C}" type="datetimeFigureOut">
              <a:rPr lang="es-CR" smtClean="0"/>
              <a:t>15/6/2026</a:t>
            </a:fld>
            <a:endParaRPr lang="es-C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D50F98-9D09-45D5-BD33-FCE347EA32A5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18713922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3256" y="1583092"/>
            <a:ext cx="5476875" cy="2641423"/>
          </a:xfrm>
        </p:spPr>
        <p:txBody>
          <a:bodyPr anchor="b"/>
          <a:lstStyle>
            <a:lvl1pPr>
              <a:defRPr sz="4166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33256" y="4249504"/>
            <a:ext cx="5476875" cy="1389062"/>
          </a:xfrm>
        </p:spPr>
        <p:txBody>
          <a:bodyPr/>
          <a:lstStyle>
            <a:lvl1pPr marL="0" indent="0">
              <a:buNone/>
              <a:defRPr sz="1667">
                <a:solidFill>
                  <a:schemeClr val="tx1">
                    <a:tint val="82000"/>
                  </a:schemeClr>
                </a:solidFill>
              </a:defRPr>
            </a:lvl1pPr>
            <a:lvl2pPr marL="317480" indent="0">
              <a:buNone/>
              <a:defRPr sz="1389">
                <a:solidFill>
                  <a:schemeClr val="tx1">
                    <a:tint val="82000"/>
                  </a:schemeClr>
                </a:solidFill>
              </a:defRPr>
            </a:lvl2pPr>
            <a:lvl3pPr marL="634959" indent="0">
              <a:buNone/>
              <a:defRPr sz="1250">
                <a:solidFill>
                  <a:schemeClr val="tx1">
                    <a:tint val="82000"/>
                  </a:schemeClr>
                </a:solidFill>
              </a:defRPr>
            </a:lvl3pPr>
            <a:lvl4pPr marL="952439" indent="0">
              <a:buNone/>
              <a:defRPr sz="1111">
                <a:solidFill>
                  <a:schemeClr val="tx1">
                    <a:tint val="82000"/>
                  </a:schemeClr>
                </a:solidFill>
              </a:defRPr>
            </a:lvl4pPr>
            <a:lvl5pPr marL="1269919" indent="0">
              <a:buNone/>
              <a:defRPr sz="1111">
                <a:solidFill>
                  <a:schemeClr val="tx1">
                    <a:tint val="82000"/>
                  </a:schemeClr>
                </a:solidFill>
              </a:defRPr>
            </a:lvl5pPr>
            <a:lvl6pPr marL="1587398" indent="0">
              <a:buNone/>
              <a:defRPr sz="1111">
                <a:solidFill>
                  <a:schemeClr val="tx1">
                    <a:tint val="82000"/>
                  </a:schemeClr>
                </a:solidFill>
              </a:defRPr>
            </a:lvl6pPr>
            <a:lvl7pPr marL="1904878" indent="0">
              <a:buNone/>
              <a:defRPr sz="1111">
                <a:solidFill>
                  <a:schemeClr val="tx1">
                    <a:tint val="82000"/>
                  </a:schemeClr>
                </a:solidFill>
              </a:defRPr>
            </a:lvl7pPr>
            <a:lvl8pPr marL="2222358" indent="0">
              <a:buNone/>
              <a:defRPr sz="1111">
                <a:solidFill>
                  <a:schemeClr val="tx1">
                    <a:tint val="82000"/>
                  </a:schemeClr>
                </a:solidFill>
              </a:defRPr>
            </a:lvl8pPr>
            <a:lvl9pPr marL="2539837" indent="0">
              <a:buNone/>
              <a:defRPr sz="1111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59340-CDDE-476F-984D-84B60DEA539C}" type="datetimeFigureOut">
              <a:rPr lang="es-CR" smtClean="0"/>
              <a:t>15/6/2026</a:t>
            </a:fld>
            <a:endParaRPr lang="es-C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D50F98-9D09-45D5-BD33-FCE347EA32A5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22107226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36563" y="1690393"/>
            <a:ext cx="2698750" cy="4029017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214688" y="1690393"/>
            <a:ext cx="2698750" cy="4029017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59340-CDDE-476F-984D-84B60DEA539C}" type="datetimeFigureOut">
              <a:rPr lang="es-CR" smtClean="0"/>
              <a:t>15/6/2026</a:t>
            </a:fld>
            <a:endParaRPr lang="es-C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D50F98-9D09-45D5-BD33-FCE347EA32A5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16567361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7390" y="338080"/>
            <a:ext cx="5476875" cy="122737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37390" y="1556633"/>
            <a:ext cx="2686347" cy="762881"/>
          </a:xfrm>
        </p:spPr>
        <p:txBody>
          <a:bodyPr anchor="b"/>
          <a:lstStyle>
            <a:lvl1pPr marL="0" indent="0">
              <a:buNone/>
              <a:defRPr sz="1667" b="1"/>
            </a:lvl1pPr>
            <a:lvl2pPr marL="317480" indent="0">
              <a:buNone/>
              <a:defRPr sz="1389" b="1"/>
            </a:lvl2pPr>
            <a:lvl3pPr marL="634959" indent="0">
              <a:buNone/>
              <a:defRPr sz="1250" b="1"/>
            </a:lvl3pPr>
            <a:lvl4pPr marL="952439" indent="0">
              <a:buNone/>
              <a:defRPr sz="1111" b="1"/>
            </a:lvl4pPr>
            <a:lvl5pPr marL="1269919" indent="0">
              <a:buNone/>
              <a:defRPr sz="1111" b="1"/>
            </a:lvl5pPr>
            <a:lvl6pPr marL="1587398" indent="0">
              <a:buNone/>
              <a:defRPr sz="1111" b="1"/>
            </a:lvl6pPr>
            <a:lvl7pPr marL="1904878" indent="0">
              <a:buNone/>
              <a:defRPr sz="1111" b="1"/>
            </a:lvl7pPr>
            <a:lvl8pPr marL="2222358" indent="0">
              <a:buNone/>
              <a:defRPr sz="1111" b="1"/>
            </a:lvl8pPr>
            <a:lvl9pPr marL="2539837" indent="0">
              <a:buNone/>
              <a:defRPr sz="1111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7390" y="2319514"/>
            <a:ext cx="2686347" cy="3411656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214688" y="1556633"/>
            <a:ext cx="2699577" cy="762881"/>
          </a:xfrm>
        </p:spPr>
        <p:txBody>
          <a:bodyPr anchor="b"/>
          <a:lstStyle>
            <a:lvl1pPr marL="0" indent="0">
              <a:buNone/>
              <a:defRPr sz="1667" b="1"/>
            </a:lvl1pPr>
            <a:lvl2pPr marL="317480" indent="0">
              <a:buNone/>
              <a:defRPr sz="1389" b="1"/>
            </a:lvl2pPr>
            <a:lvl3pPr marL="634959" indent="0">
              <a:buNone/>
              <a:defRPr sz="1250" b="1"/>
            </a:lvl3pPr>
            <a:lvl4pPr marL="952439" indent="0">
              <a:buNone/>
              <a:defRPr sz="1111" b="1"/>
            </a:lvl4pPr>
            <a:lvl5pPr marL="1269919" indent="0">
              <a:buNone/>
              <a:defRPr sz="1111" b="1"/>
            </a:lvl5pPr>
            <a:lvl6pPr marL="1587398" indent="0">
              <a:buNone/>
              <a:defRPr sz="1111" b="1"/>
            </a:lvl6pPr>
            <a:lvl7pPr marL="1904878" indent="0">
              <a:buNone/>
              <a:defRPr sz="1111" b="1"/>
            </a:lvl7pPr>
            <a:lvl8pPr marL="2222358" indent="0">
              <a:buNone/>
              <a:defRPr sz="1111" b="1"/>
            </a:lvl8pPr>
            <a:lvl9pPr marL="2539837" indent="0">
              <a:buNone/>
              <a:defRPr sz="1111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214688" y="2319514"/>
            <a:ext cx="2699577" cy="3411656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59340-CDDE-476F-984D-84B60DEA539C}" type="datetimeFigureOut">
              <a:rPr lang="es-CR" smtClean="0"/>
              <a:t>15/6/2026</a:t>
            </a:fld>
            <a:endParaRPr lang="es-C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D50F98-9D09-45D5-BD33-FCE347EA32A5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35063096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59340-CDDE-476F-984D-84B60DEA539C}" type="datetimeFigureOut">
              <a:rPr lang="es-CR" smtClean="0"/>
              <a:t>15/6/2026</a:t>
            </a:fld>
            <a:endParaRPr lang="es-C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D50F98-9D09-45D5-BD33-FCE347EA32A5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28534158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59340-CDDE-476F-984D-84B60DEA539C}" type="datetimeFigureOut">
              <a:rPr lang="es-CR" smtClean="0"/>
              <a:t>15/6/2026</a:t>
            </a:fld>
            <a:endParaRPr lang="es-C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D50F98-9D09-45D5-BD33-FCE347EA32A5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22769984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7390" y="423333"/>
            <a:ext cx="2048040" cy="1481667"/>
          </a:xfrm>
        </p:spPr>
        <p:txBody>
          <a:bodyPr anchor="b"/>
          <a:lstStyle>
            <a:lvl1pPr>
              <a:defRPr sz="2222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99577" y="914284"/>
            <a:ext cx="3214688" cy="4512616"/>
          </a:xfrm>
        </p:spPr>
        <p:txBody>
          <a:bodyPr/>
          <a:lstStyle>
            <a:lvl1pPr>
              <a:defRPr sz="2222"/>
            </a:lvl1pPr>
            <a:lvl2pPr>
              <a:defRPr sz="1944"/>
            </a:lvl2pPr>
            <a:lvl3pPr>
              <a:defRPr sz="1667"/>
            </a:lvl3pPr>
            <a:lvl4pPr>
              <a:defRPr sz="1389"/>
            </a:lvl4pPr>
            <a:lvl5pPr>
              <a:defRPr sz="1389"/>
            </a:lvl5pPr>
            <a:lvl6pPr>
              <a:defRPr sz="1389"/>
            </a:lvl6pPr>
            <a:lvl7pPr>
              <a:defRPr sz="1389"/>
            </a:lvl7pPr>
            <a:lvl8pPr>
              <a:defRPr sz="1389"/>
            </a:lvl8pPr>
            <a:lvl9pPr>
              <a:defRPr sz="1389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37390" y="1905000"/>
            <a:ext cx="2048040" cy="3529248"/>
          </a:xfrm>
        </p:spPr>
        <p:txBody>
          <a:bodyPr/>
          <a:lstStyle>
            <a:lvl1pPr marL="0" indent="0">
              <a:buNone/>
              <a:defRPr sz="1111"/>
            </a:lvl1pPr>
            <a:lvl2pPr marL="317480" indent="0">
              <a:buNone/>
              <a:defRPr sz="972"/>
            </a:lvl2pPr>
            <a:lvl3pPr marL="634959" indent="0">
              <a:buNone/>
              <a:defRPr sz="833"/>
            </a:lvl3pPr>
            <a:lvl4pPr marL="952439" indent="0">
              <a:buNone/>
              <a:defRPr sz="694"/>
            </a:lvl4pPr>
            <a:lvl5pPr marL="1269919" indent="0">
              <a:buNone/>
              <a:defRPr sz="694"/>
            </a:lvl5pPr>
            <a:lvl6pPr marL="1587398" indent="0">
              <a:buNone/>
              <a:defRPr sz="694"/>
            </a:lvl6pPr>
            <a:lvl7pPr marL="1904878" indent="0">
              <a:buNone/>
              <a:defRPr sz="694"/>
            </a:lvl7pPr>
            <a:lvl8pPr marL="2222358" indent="0">
              <a:buNone/>
              <a:defRPr sz="694"/>
            </a:lvl8pPr>
            <a:lvl9pPr marL="2539837" indent="0">
              <a:buNone/>
              <a:defRPr sz="694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59340-CDDE-476F-984D-84B60DEA539C}" type="datetimeFigureOut">
              <a:rPr lang="es-CR" smtClean="0"/>
              <a:t>15/6/2026</a:t>
            </a:fld>
            <a:endParaRPr lang="es-C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D50F98-9D09-45D5-BD33-FCE347EA32A5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17902946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7390" y="423333"/>
            <a:ext cx="2048040" cy="1481667"/>
          </a:xfrm>
        </p:spPr>
        <p:txBody>
          <a:bodyPr anchor="b"/>
          <a:lstStyle>
            <a:lvl1pPr>
              <a:defRPr sz="2222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699577" y="914284"/>
            <a:ext cx="3214688" cy="4512616"/>
          </a:xfrm>
        </p:spPr>
        <p:txBody>
          <a:bodyPr anchor="t"/>
          <a:lstStyle>
            <a:lvl1pPr marL="0" indent="0">
              <a:buNone/>
              <a:defRPr sz="2222"/>
            </a:lvl1pPr>
            <a:lvl2pPr marL="317480" indent="0">
              <a:buNone/>
              <a:defRPr sz="1944"/>
            </a:lvl2pPr>
            <a:lvl3pPr marL="634959" indent="0">
              <a:buNone/>
              <a:defRPr sz="1667"/>
            </a:lvl3pPr>
            <a:lvl4pPr marL="952439" indent="0">
              <a:buNone/>
              <a:defRPr sz="1389"/>
            </a:lvl4pPr>
            <a:lvl5pPr marL="1269919" indent="0">
              <a:buNone/>
              <a:defRPr sz="1389"/>
            </a:lvl5pPr>
            <a:lvl6pPr marL="1587398" indent="0">
              <a:buNone/>
              <a:defRPr sz="1389"/>
            </a:lvl6pPr>
            <a:lvl7pPr marL="1904878" indent="0">
              <a:buNone/>
              <a:defRPr sz="1389"/>
            </a:lvl7pPr>
            <a:lvl8pPr marL="2222358" indent="0">
              <a:buNone/>
              <a:defRPr sz="1389"/>
            </a:lvl8pPr>
            <a:lvl9pPr marL="2539837" indent="0">
              <a:buNone/>
              <a:defRPr sz="1389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37390" y="1905000"/>
            <a:ext cx="2048040" cy="3529248"/>
          </a:xfrm>
        </p:spPr>
        <p:txBody>
          <a:bodyPr/>
          <a:lstStyle>
            <a:lvl1pPr marL="0" indent="0">
              <a:buNone/>
              <a:defRPr sz="1111"/>
            </a:lvl1pPr>
            <a:lvl2pPr marL="317480" indent="0">
              <a:buNone/>
              <a:defRPr sz="972"/>
            </a:lvl2pPr>
            <a:lvl3pPr marL="634959" indent="0">
              <a:buNone/>
              <a:defRPr sz="833"/>
            </a:lvl3pPr>
            <a:lvl4pPr marL="952439" indent="0">
              <a:buNone/>
              <a:defRPr sz="694"/>
            </a:lvl4pPr>
            <a:lvl5pPr marL="1269919" indent="0">
              <a:buNone/>
              <a:defRPr sz="694"/>
            </a:lvl5pPr>
            <a:lvl6pPr marL="1587398" indent="0">
              <a:buNone/>
              <a:defRPr sz="694"/>
            </a:lvl6pPr>
            <a:lvl7pPr marL="1904878" indent="0">
              <a:buNone/>
              <a:defRPr sz="694"/>
            </a:lvl7pPr>
            <a:lvl8pPr marL="2222358" indent="0">
              <a:buNone/>
              <a:defRPr sz="694"/>
            </a:lvl8pPr>
            <a:lvl9pPr marL="2539837" indent="0">
              <a:buNone/>
              <a:defRPr sz="694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59340-CDDE-476F-984D-84B60DEA539C}" type="datetimeFigureOut">
              <a:rPr lang="es-CR" smtClean="0"/>
              <a:t>15/6/2026</a:t>
            </a:fld>
            <a:endParaRPr lang="es-C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D50F98-9D09-45D5-BD33-FCE347EA32A5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35259227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59340-CDDE-476F-984D-84B60DEA539C}" type="datetimeFigureOut">
              <a:rPr lang="es-CR" smtClean="0"/>
              <a:t>15/6/2026</a:t>
            </a:fld>
            <a:endParaRPr lang="es-C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D50F98-9D09-45D5-BD33-FCE347EA32A5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7783243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544219" y="338079"/>
            <a:ext cx="1369219" cy="5381331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36563" y="338079"/>
            <a:ext cx="4028281" cy="5381331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59340-CDDE-476F-984D-84B60DEA539C}" type="datetimeFigureOut">
              <a:rPr lang="es-CR" smtClean="0"/>
              <a:t>15/6/2026</a:t>
            </a:fld>
            <a:endParaRPr lang="es-C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D50F98-9D09-45D5-BD33-FCE347EA32A5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30010419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36563" y="338080"/>
            <a:ext cx="5476875" cy="122737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36563" y="1690393"/>
            <a:ext cx="5476875" cy="40290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36563" y="5885511"/>
            <a:ext cx="1428750" cy="33807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3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4159340-CDDE-476F-984D-84B60DEA539C}" type="datetimeFigureOut">
              <a:rPr lang="es-CR" smtClean="0"/>
              <a:t>15/6/2026</a:t>
            </a:fld>
            <a:endParaRPr lang="es-C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103438" y="5885511"/>
            <a:ext cx="2143125" cy="33807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3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484688" y="5885511"/>
            <a:ext cx="1428750" cy="33807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3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CD50F98-9D09-45D5-BD33-FCE347EA32A5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286226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34959" rtl="0" eaLnBrk="1" latinLnBrk="0" hangingPunct="1">
        <a:lnSpc>
          <a:spcPct val="90000"/>
        </a:lnSpc>
        <a:spcBef>
          <a:spcPct val="0"/>
        </a:spcBef>
        <a:buNone/>
        <a:defRPr sz="305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58740" indent="-158740" algn="l" defTabSz="634959" rtl="0" eaLnBrk="1" latinLnBrk="0" hangingPunct="1">
        <a:lnSpc>
          <a:spcPct val="90000"/>
        </a:lnSpc>
        <a:spcBef>
          <a:spcPts val="694"/>
        </a:spcBef>
        <a:buFont typeface="Arial" panose="020B0604020202020204" pitchFamily="34" charset="0"/>
        <a:buChar char="•"/>
        <a:defRPr sz="1944" kern="1200">
          <a:solidFill>
            <a:schemeClr val="tx1"/>
          </a:solidFill>
          <a:latin typeface="+mn-lt"/>
          <a:ea typeface="+mn-ea"/>
          <a:cs typeface="+mn-cs"/>
        </a:defRPr>
      </a:lvl1pPr>
      <a:lvl2pPr marL="476220" indent="-158740" algn="l" defTabSz="634959" rtl="0" eaLnBrk="1" latinLnBrk="0" hangingPunct="1">
        <a:lnSpc>
          <a:spcPct val="90000"/>
        </a:lnSpc>
        <a:spcBef>
          <a:spcPts val="347"/>
        </a:spcBef>
        <a:buFont typeface="Arial" panose="020B0604020202020204" pitchFamily="34" charset="0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2pPr>
      <a:lvl3pPr marL="793699" indent="-158740" algn="l" defTabSz="634959" rtl="0" eaLnBrk="1" latinLnBrk="0" hangingPunct="1">
        <a:lnSpc>
          <a:spcPct val="90000"/>
        </a:lnSpc>
        <a:spcBef>
          <a:spcPts val="347"/>
        </a:spcBef>
        <a:buFont typeface="Arial" panose="020B0604020202020204" pitchFamily="34" charset="0"/>
        <a:buChar char="•"/>
        <a:defRPr sz="1389" kern="1200">
          <a:solidFill>
            <a:schemeClr val="tx1"/>
          </a:solidFill>
          <a:latin typeface="+mn-lt"/>
          <a:ea typeface="+mn-ea"/>
          <a:cs typeface="+mn-cs"/>
        </a:defRPr>
      </a:lvl3pPr>
      <a:lvl4pPr marL="1111179" indent="-158740" algn="l" defTabSz="634959" rtl="0" eaLnBrk="1" latinLnBrk="0" hangingPunct="1">
        <a:lnSpc>
          <a:spcPct val="90000"/>
        </a:lnSpc>
        <a:spcBef>
          <a:spcPts val="347"/>
        </a:spcBef>
        <a:buFont typeface="Arial" panose="020B0604020202020204" pitchFamily="34" charset="0"/>
        <a:buChar char="•"/>
        <a:defRPr sz="1250" kern="1200">
          <a:solidFill>
            <a:schemeClr val="tx1"/>
          </a:solidFill>
          <a:latin typeface="+mn-lt"/>
          <a:ea typeface="+mn-ea"/>
          <a:cs typeface="+mn-cs"/>
        </a:defRPr>
      </a:lvl4pPr>
      <a:lvl5pPr marL="1428659" indent="-158740" algn="l" defTabSz="634959" rtl="0" eaLnBrk="1" latinLnBrk="0" hangingPunct="1">
        <a:lnSpc>
          <a:spcPct val="90000"/>
        </a:lnSpc>
        <a:spcBef>
          <a:spcPts val="347"/>
        </a:spcBef>
        <a:buFont typeface="Arial" panose="020B0604020202020204" pitchFamily="34" charset="0"/>
        <a:buChar char="•"/>
        <a:defRPr sz="1250" kern="1200">
          <a:solidFill>
            <a:schemeClr val="tx1"/>
          </a:solidFill>
          <a:latin typeface="+mn-lt"/>
          <a:ea typeface="+mn-ea"/>
          <a:cs typeface="+mn-cs"/>
        </a:defRPr>
      </a:lvl5pPr>
      <a:lvl6pPr marL="1746138" indent="-158740" algn="l" defTabSz="634959" rtl="0" eaLnBrk="1" latinLnBrk="0" hangingPunct="1">
        <a:lnSpc>
          <a:spcPct val="90000"/>
        </a:lnSpc>
        <a:spcBef>
          <a:spcPts val="347"/>
        </a:spcBef>
        <a:buFont typeface="Arial" panose="020B0604020202020204" pitchFamily="34" charset="0"/>
        <a:buChar char="•"/>
        <a:defRPr sz="1250" kern="1200">
          <a:solidFill>
            <a:schemeClr val="tx1"/>
          </a:solidFill>
          <a:latin typeface="+mn-lt"/>
          <a:ea typeface="+mn-ea"/>
          <a:cs typeface="+mn-cs"/>
        </a:defRPr>
      </a:lvl6pPr>
      <a:lvl7pPr marL="2063618" indent="-158740" algn="l" defTabSz="634959" rtl="0" eaLnBrk="1" latinLnBrk="0" hangingPunct="1">
        <a:lnSpc>
          <a:spcPct val="90000"/>
        </a:lnSpc>
        <a:spcBef>
          <a:spcPts val="347"/>
        </a:spcBef>
        <a:buFont typeface="Arial" panose="020B0604020202020204" pitchFamily="34" charset="0"/>
        <a:buChar char="•"/>
        <a:defRPr sz="1250" kern="1200">
          <a:solidFill>
            <a:schemeClr val="tx1"/>
          </a:solidFill>
          <a:latin typeface="+mn-lt"/>
          <a:ea typeface="+mn-ea"/>
          <a:cs typeface="+mn-cs"/>
        </a:defRPr>
      </a:lvl7pPr>
      <a:lvl8pPr marL="2381098" indent="-158740" algn="l" defTabSz="634959" rtl="0" eaLnBrk="1" latinLnBrk="0" hangingPunct="1">
        <a:lnSpc>
          <a:spcPct val="90000"/>
        </a:lnSpc>
        <a:spcBef>
          <a:spcPts val="347"/>
        </a:spcBef>
        <a:buFont typeface="Arial" panose="020B0604020202020204" pitchFamily="34" charset="0"/>
        <a:buChar char="•"/>
        <a:defRPr sz="1250" kern="1200">
          <a:solidFill>
            <a:schemeClr val="tx1"/>
          </a:solidFill>
          <a:latin typeface="+mn-lt"/>
          <a:ea typeface="+mn-ea"/>
          <a:cs typeface="+mn-cs"/>
        </a:defRPr>
      </a:lvl8pPr>
      <a:lvl9pPr marL="2698577" indent="-158740" algn="l" defTabSz="634959" rtl="0" eaLnBrk="1" latinLnBrk="0" hangingPunct="1">
        <a:lnSpc>
          <a:spcPct val="90000"/>
        </a:lnSpc>
        <a:spcBef>
          <a:spcPts val="347"/>
        </a:spcBef>
        <a:buFont typeface="Arial" panose="020B0604020202020204" pitchFamily="34" charset="0"/>
        <a:buChar char="•"/>
        <a:defRPr sz="12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34959" rtl="0" eaLnBrk="1" latinLnBrk="0" hangingPunct="1">
        <a:defRPr sz="1250" kern="1200">
          <a:solidFill>
            <a:schemeClr val="tx1"/>
          </a:solidFill>
          <a:latin typeface="+mn-lt"/>
          <a:ea typeface="+mn-ea"/>
          <a:cs typeface="+mn-cs"/>
        </a:defRPr>
      </a:lvl1pPr>
      <a:lvl2pPr marL="317480" algn="l" defTabSz="634959" rtl="0" eaLnBrk="1" latinLnBrk="0" hangingPunct="1">
        <a:defRPr sz="1250" kern="1200">
          <a:solidFill>
            <a:schemeClr val="tx1"/>
          </a:solidFill>
          <a:latin typeface="+mn-lt"/>
          <a:ea typeface="+mn-ea"/>
          <a:cs typeface="+mn-cs"/>
        </a:defRPr>
      </a:lvl2pPr>
      <a:lvl3pPr marL="634959" algn="l" defTabSz="634959" rtl="0" eaLnBrk="1" latinLnBrk="0" hangingPunct="1">
        <a:defRPr sz="1250" kern="1200">
          <a:solidFill>
            <a:schemeClr val="tx1"/>
          </a:solidFill>
          <a:latin typeface="+mn-lt"/>
          <a:ea typeface="+mn-ea"/>
          <a:cs typeface="+mn-cs"/>
        </a:defRPr>
      </a:lvl3pPr>
      <a:lvl4pPr marL="952439" algn="l" defTabSz="634959" rtl="0" eaLnBrk="1" latinLnBrk="0" hangingPunct="1">
        <a:defRPr sz="1250" kern="1200">
          <a:solidFill>
            <a:schemeClr val="tx1"/>
          </a:solidFill>
          <a:latin typeface="+mn-lt"/>
          <a:ea typeface="+mn-ea"/>
          <a:cs typeface="+mn-cs"/>
        </a:defRPr>
      </a:lvl4pPr>
      <a:lvl5pPr marL="1269919" algn="l" defTabSz="634959" rtl="0" eaLnBrk="1" latinLnBrk="0" hangingPunct="1">
        <a:defRPr sz="1250" kern="1200">
          <a:solidFill>
            <a:schemeClr val="tx1"/>
          </a:solidFill>
          <a:latin typeface="+mn-lt"/>
          <a:ea typeface="+mn-ea"/>
          <a:cs typeface="+mn-cs"/>
        </a:defRPr>
      </a:lvl5pPr>
      <a:lvl6pPr marL="1587398" algn="l" defTabSz="634959" rtl="0" eaLnBrk="1" latinLnBrk="0" hangingPunct="1">
        <a:defRPr sz="1250" kern="1200">
          <a:solidFill>
            <a:schemeClr val="tx1"/>
          </a:solidFill>
          <a:latin typeface="+mn-lt"/>
          <a:ea typeface="+mn-ea"/>
          <a:cs typeface="+mn-cs"/>
        </a:defRPr>
      </a:lvl6pPr>
      <a:lvl7pPr marL="1904878" algn="l" defTabSz="634959" rtl="0" eaLnBrk="1" latinLnBrk="0" hangingPunct="1">
        <a:defRPr sz="1250" kern="1200">
          <a:solidFill>
            <a:schemeClr val="tx1"/>
          </a:solidFill>
          <a:latin typeface="+mn-lt"/>
          <a:ea typeface="+mn-ea"/>
          <a:cs typeface="+mn-cs"/>
        </a:defRPr>
      </a:lvl7pPr>
      <a:lvl8pPr marL="2222358" algn="l" defTabSz="634959" rtl="0" eaLnBrk="1" latinLnBrk="0" hangingPunct="1">
        <a:defRPr sz="1250" kern="1200">
          <a:solidFill>
            <a:schemeClr val="tx1"/>
          </a:solidFill>
          <a:latin typeface="+mn-lt"/>
          <a:ea typeface="+mn-ea"/>
          <a:cs typeface="+mn-cs"/>
        </a:defRPr>
      </a:lvl8pPr>
      <a:lvl9pPr marL="2539837" algn="l" defTabSz="634959" rtl="0" eaLnBrk="1" latinLnBrk="0" hangingPunct="1">
        <a:defRPr sz="12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áfico 4">
            <a:extLst>
              <a:ext uri="{FF2B5EF4-FFF2-40B4-BE49-F238E27FC236}">
                <a16:creationId xmlns:a16="http://schemas.microsoft.com/office/drawing/2014/main" id="{D6E0445F-3683-8BF9-A716-D2C992E448C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42799" y="-55468"/>
            <a:ext cx="6435598" cy="6460935"/>
          </a:xfrm>
          <a:prstGeom prst="rect">
            <a:avLst/>
          </a:prstGeom>
        </p:spPr>
      </p:pic>
      <p:pic>
        <p:nvPicPr>
          <p:cNvPr id="7" name="Gráfico 6">
            <a:extLst>
              <a:ext uri="{FF2B5EF4-FFF2-40B4-BE49-F238E27FC236}">
                <a16:creationId xmlns:a16="http://schemas.microsoft.com/office/drawing/2014/main" id="{C0295AFF-2574-0E0A-5FF3-3DE47DF2860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3566" b="16031"/>
          <a:stretch>
            <a:fillRect/>
          </a:stretch>
        </p:blipFill>
        <p:spPr>
          <a:xfrm>
            <a:off x="269240" y="144624"/>
            <a:ext cx="5863931" cy="6100059"/>
          </a:xfrm>
          <a:prstGeom prst="rect">
            <a:avLst/>
          </a:prstGeom>
        </p:spPr>
      </p:pic>
      <p:pic>
        <p:nvPicPr>
          <p:cNvPr id="9" name="Gráfico 8">
            <a:extLst>
              <a:ext uri="{FF2B5EF4-FFF2-40B4-BE49-F238E27FC236}">
                <a16:creationId xmlns:a16="http://schemas.microsoft.com/office/drawing/2014/main" id="{D68C4A53-F560-2128-767C-490F1145655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91332" y="3030957"/>
            <a:ext cx="4732311" cy="552103"/>
          </a:xfrm>
          <a:prstGeom prst="rect">
            <a:avLst/>
          </a:prstGeom>
        </p:spPr>
      </p:pic>
      <p:pic>
        <p:nvPicPr>
          <p:cNvPr id="11" name="Gráfico 10">
            <a:extLst>
              <a:ext uri="{FF2B5EF4-FFF2-40B4-BE49-F238E27FC236}">
                <a16:creationId xmlns:a16="http://schemas.microsoft.com/office/drawing/2014/main" id="{28F6F66C-442C-19FF-D119-0F74D7A5148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17537" y="3631100"/>
            <a:ext cx="4732309" cy="565248"/>
          </a:xfrm>
          <a:prstGeom prst="rect">
            <a:avLst/>
          </a:prstGeom>
        </p:spPr>
      </p:pic>
      <p:pic>
        <p:nvPicPr>
          <p:cNvPr id="13" name="Gráfico 12">
            <a:extLst>
              <a:ext uri="{FF2B5EF4-FFF2-40B4-BE49-F238E27FC236}">
                <a16:creationId xmlns:a16="http://schemas.microsoft.com/office/drawing/2014/main" id="{16F35359-F73A-9051-B071-D895EA35C8B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91332" y="4174289"/>
            <a:ext cx="4732313" cy="630975"/>
          </a:xfrm>
          <a:prstGeom prst="rect">
            <a:avLst/>
          </a:prstGeom>
        </p:spPr>
      </p:pic>
      <p:sp>
        <p:nvSpPr>
          <p:cNvPr id="14" name="CuadroTexto 13">
            <a:extLst>
              <a:ext uri="{FF2B5EF4-FFF2-40B4-BE49-F238E27FC236}">
                <a16:creationId xmlns:a16="http://schemas.microsoft.com/office/drawing/2014/main" id="{E1436922-43DC-F8DE-F0F5-D20B9D11F6DE}"/>
              </a:ext>
            </a:extLst>
          </p:cNvPr>
          <p:cNvSpPr txBox="1"/>
          <p:nvPr/>
        </p:nvSpPr>
        <p:spPr>
          <a:xfrm>
            <a:off x="891332" y="1931437"/>
            <a:ext cx="47323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latin typeface="Baskerville Old Face" panose="02020602080505020303" pitchFamily="18" charset="0"/>
              </a:rPr>
              <a:t>NOMBRE DEL EVENTO</a:t>
            </a:r>
            <a:endParaRPr lang="es-CR" b="1" dirty="0">
              <a:latin typeface="Baskerville Old Face" panose="020206020805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343905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ema de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2BE67AF6B00BAB469C7FFDCA5F67DDF6" ma:contentTypeVersion="15" ma:contentTypeDescription="Crear nuevo documento." ma:contentTypeScope="" ma:versionID="5c93b4c592fe5fbc4d8d46d0a9eaf752">
  <xsd:schema xmlns:xsd="http://www.w3.org/2001/XMLSchema" xmlns:xs="http://www.w3.org/2001/XMLSchema" xmlns:p="http://schemas.microsoft.com/office/2006/metadata/properties" xmlns:ns2="a65f68e9-1bb3-4ef6-81ee-cd4f0761406a" xmlns:ns3="00adeb45-501c-4940-a221-5869bf7bbc99" targetNamespace="http://schemas.microsoft.com/office/2006/metadata/properties" ma:root="true" ma:fieldsID="923d4a8cd75c05501bf1bcf75bf92b96" ns2:_="" ns3:_="">
    <xsd:import namespace="a65f68e9-1bb3-4ef6-81ee-cd4f0761406a"/>
    <xsd:import namespace="00adeb45-501c-4940-a221-5869bf7bbc9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SearchPropertie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BillingMetadata" minOccurs="0"/>
                <xsd:element ref="ns2:MediaLengthInSeconds" minOccurs="0"/>
                <xsd:element ref="ns2:Seleccion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65f68e9-1bb3-4ef6-81ee-cd4f0761406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lcf76f155ced4ddcb4097134ff3c332f" ma:index="15" nillable="true" ma:taxonomy="true" ma:internalName="lcf76f155ced4ddcb4097134ff3c332f" ma:taxonomyFieldName="MediaServiceImageTags" ma:displayName="Etiquetas de imagen" ma:readOnly="false" ma:fieldId="{5cf76f15-5ced-4ddc-b409-7134ff3c332f}" ma:taxonomyMulti="true" ma:sspId="f8a094f3-5355-4f18-8742-8f039f4031a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BillingMetadata" ma:index="20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Seleccione" ma:index="22" nillable="true" ma:displayName="Seleccione" ma:format="Dropdown" ma:internalName="Seleccione">
      <xsd:simpleType>
        <xsd:restriction base="dms:Choice">
          <xsd:enumeration value="Opción 1"/>
          <xsd:enumeration value="Opción 2"/>
          <xsd:enumeration value="Opción 3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0adeb45-501c-4940-a221-5869bf7bbc99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eleccione xmlns="a65f68e9-1bb3-4ef6-81ee-cd4f0761406a" xsi:nil="true"/>
    <lcf76f155ced4ddcb4097134ff3c332f xmlns="a65f68e9-1bb3-4ef6-81ee-cd4f0761406a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5F4A55A6-0E99-4554-A339-920EC57A940E}"/>
</file>

<file path=customXml/itemProps2.xml><?xml version="1.0" encoding="utf-8"?>
<ds:datastoreItem xmlns:ds="http://schemas.openxmlformats.org/officeDocument/2006/customXml" ds:itemID="{EFF83EA4-C042-4186-87E7-258E94D4D037}"/>
</file>

<file path=customXml/itemProps3.xml><?xml version="1.0" encoding="utf-8"?>
<ds:datastoreItem xmlns:ds="http://schemas.openxmlformats.org/officeDocument/2006/customXml" ds:itemID="{72BD3F25-8823-4400-9183-70DB82A5CC01}"/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</TotalTime>
  <Words>3</Words>
  <Application>Microsoft Office PowerPoint</Application>
  <PresentationFormat>Personalizado</PresentationFormat>
  <Paragraphs>1</Paragraphs>
  <Slides>1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2" baseType="lpstr"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Carlos Calderon</dc:creator>
  <cp:lastModifiedBy>Carlos Calderon</cp:lastModifiedBy>
  <cp:revision>3</cp:revision>
  <dcterms:created xsi:type="dcterms:W3CDTF">2026-06-04T22:33:31Z</dcterms:created>
  <dcterms:modified xsi:type="dcterms:W3CDTF">2026-06-15T16:38:28Z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0x0101002BE67AF6B00BAB469C7FFDCA5F67DDF6</vt:lpwstr>
  </property>
</Properties>
</file>