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362DC-930A-4785-FC1B-0BDD052E1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07F46F-2CD7-FF1F-1B65-88A8F5DE5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E46CE3-1C09-32AF-B5CA-81955D4D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C67726-8D55-630A-86D0-61339A7F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9A2B07-31EA-E516-4F68-4033E6A0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94104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4369C-FB6B-9804-6643-5264BE6F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AC909-31D4-4A9B-3B08-F05D8B446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8BE2DD-1679-C9C6-B038-F8B060DB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E4D6A0-43C1-3046-9DA8-AF3FD34F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03E4C6-3CDD-6852-FB61-44A78F44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6125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CE4DD-3A0A-45E3-3CBA-1441692E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0FA64C-DDC7-C5B5-71CD-CAA90966E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166A1B-F592-0AA7-BA1D-58879620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C5D76F-B7B1-39D2-510F-CD3BA9BF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B74F43-22F3-402B-920F-FCF21FED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4170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2655E-FCA7-C415-0CDE-1B6712C4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E9C5F6-242D-86E5-AB89-FA05FBD58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128587-A609-EB09-452F-7C4A8D386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65ECA8-5C0E-EC74-9FD2-4CB4C1A5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B1651-1C3F-D6ED-5405-36EE20C1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0F0FCF-57D3-2A72-1B4D-FFC518C9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5131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8BE59-C2CD-E5C0-34AD-8B8010AC6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96A759-D42E-AFB2-0AED-4E14199E4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7E69D7-DE1D-A6DB-7787-646130168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F5F605-8C8D-E890-33F9-81DE23593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63F8FC-5403-75BD-556F-6D7564E3E6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9D9DDAB-73FB-D589-BB7E-0BAA4D77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58D7F9-115D-E872-1C4D-8A4A616E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F709FD-8088-3B56-7653-6E40ED18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4109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98131-DBC3-26BE-BA7A-9B694561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40F26B-9000-D09E-5789-187E3A6E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B16226-D7B5-A415-7523-54B7F3BA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53ED48-36F8-303B-D05F-F8D6AB49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86459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36A4C8-3B89-4F04-4E41-E2AE1952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F70503-2418-5412-8B27-0FB0178E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42AECF-2DB7-B64B-D5EA-B07628DA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6140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06071-7DE8-2570-163E-5B3797F6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8FCE73-CFFC-5803-0B55-213F4E91D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86211-068B-8603-BA4C-7A1F9E9BB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AD9238-75DC-89A3-5F63-BC15E524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B984B4-4ACF-4A67-CCEA-13AAA36C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974B01-2ED2-5991-1176-4F38C6A5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2066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1E662-85BB-085C-8F23-1E8F1ECCC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AF1C69-2293-1FDF-48D1-8B15303EB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7744D1-E78E-4541-FC3E-10B43CFEF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9C5ECA-37EE-B5F9-3919-431FA74D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26EAD5-59C1-719B-CCA9-0016F0CA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4A8D17-D7F3-03F4-FDDF-01D27D8E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4660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76C88-A4BB-E983-1EC2-47D2910C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650C79-CD69-6971-859E-6377C3F14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8448AC-7254-4D60-F35F-476E53F6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3D8DF-EB54-2104-9AD8-0D569EF15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973A9F-42AE-4727-A067-1697BD8A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8213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BB6E60-FDCC-B9B4-9AA1-7ED3DD3B0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721A32-043F-FF08-92D8-E78928959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5AE1F6-6A02-4C32-0DB3-BC5E763C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764174-0915-9A0D-B891-3133C45C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7A1D49-87CE-6F6A-AA03-B7017FF09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7513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8F75D8-068D-FD1C-F4F7-51F3E04D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6A5855-CB2E-47B1-E029-93544E523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3E60E-10E1-2600-D552-E553206A8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F8870-CDFB-4F6F-8C70-4ED9C36B7014}" type="datetimeFigureOut">
              <a:rPr lang="es-CR" smtClean="0"/>
              <a:t>3/6/2026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E50A9-701D-00DB-82CF-915925941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880F96-D305-94F9-FC15-B58BEF232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60CA9-101E-4200-89D1-C05BB9A3C81C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2830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EAC0B26B-6857-920C-4FD0-ECC051085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204700" cy="685800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3822250-DBD6-B302-25FA-7574B49BA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4887" y="486236"/>
            <a:ext cx="8458200" cy="561022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955CCAF-4468-46E0-AC74-50FB326EC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8249" y="3031799"/>
            <a:ext cx="3675501" cy="90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1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CF8CF-CE8C-6DC7-6F53-86E32E1A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 	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ABEE25-1697-48E6-9458-582E6DA50130}"/>
              </a:ext>
            </a:extLst>
          </p:cNvPr>
          <p:cNvSpPr txBox="1"/>
          <p:nvPr/>
        </p:nvSpPr>
        <p:spPr>
          <a:xfrm>
            <a:off x="2934929" y="2819467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44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TEMA DE LA PPT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EC17EF6-4ACC-79BF-B938-B326BBF1B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62548"/>
          <a:stretch>
            <a:fillRect/>
          </a:stretch>
        </p:blipFill>
        <p:spPr>
          <a:xfrm>
            <a:off x="1476375" y="1000125"/>
            <a:ext cx="9239250" cy="181934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CBA3AE0-BFDA-CF08-4FE1-DFC6E3C6F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46"/>
          <a:stretch>
            <a:fillRect/>
          </a:stretch>
        </p:blipFill>
        <p:spPr>
          <a:xfrm>
            <a:off x="0" y="6250674"/>
            <a:ext cx="12192000" cy="63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2CD0CBF-1A98-F568-698E-79702596C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46"/>
          <a:stretch>
            <a:fillRect/>
          </a:stretch>
        </p:blipFill>
        <p:spPr>
          <a:xfrm>
            <a:off x="0" y="6250674"/>
            <a:ext cx="12192000" cy="634621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E5C65152-91EC-4370-5B1A-4A3095D57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9968" b="42289"/>
          <a:stretch>
            <a:fillRect/>
          </a:stretch>
        </p:blipFill>
        <p:spPr>
          <a:xfrm>
            <a:off x="6457731" y="2292824"/>
            <a:ext cx="5734269" cy="395785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66B899D2-9584-D2EC-4AB0-11216C8C2B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2883" y="825903"/>
            <a:ext cx="5636525" cy="63462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5CCFB05-EF77-788D-EA00-BFC96441A1A2}"/>
              </a:ext>
            </a:extLst>
          </p:cNvPr>
          <p:cNvSpPr txBox="1"/>
          <p:nvPr/>
        </p:nvSpPr>
        <p:spPr>
          <a:xfrm>
            <a:off x="2895600" y="850825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32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DESARROLLO DEL TEMA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B72C46-8683-BBE4-356E-A6B489974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7" r="23708"/>
          <a:stretch>
            <a:fillRect/>
          </a:stretch>
        </p:blipFill>
        <p:spPr bwMode="auto">
          <a:xfrm>
            <a:off x="7535904" y="1765680"/>
            <a:ext cx="3846329" cy="39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63;p33">
            <a:extLst>
              <a:ext uri="{FF2B5EF4-FFF2-40B4-BE49-F238E27FC236}">
                <a16:creationId xmlns:a16="http://schemas.microsoft.com/office/drawing/2014/main" id="{5E23E38C-E33E-6BB7-4A10-E5D8C8683385}"/>
              </a:ext>
            </a:extLst>
          </p:cNvPr>
          <p:cNvSpPr txBox="1"/>
          <p:nvPr/>
        </p:nvSpPr>
        <p:spPr>
          <a:xfrm>
            <a:off x="584640" y="2489808"/>
            <a:ext cx="6141497" cy="222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Lorem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ipsum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dolor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sit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amet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,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consectetuer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adipiscing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elit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, sed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diam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nonummy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nibh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euismod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tincidunt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ut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laoreet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dolore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magna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aliquam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erat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volutpat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. Ut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wisi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enim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ad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minim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veniam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, quis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nostrud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exerci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tation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ullamcorper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suscipit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lobortis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nisl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ut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aliquip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ex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ea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commodo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consequat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rgbClr val="3F3F3F"/>
              </a:solidFill>
              <a:latin typeface="Century Gothic" panose="020B0502020202020204" pitchFamily="34" charset="0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8700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4D4DC54-EBD1-0543-B886-BBB3876A5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46"/>
          <a:stretch>
            <a:fillRect/>
          </a:stretch>
        </p:blipFill>
        <p:spPr>
          <a:xfrm>
            <a:off x="0" y="6250674"/>
            <a:ext cx="12192000" cy="634621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C1385204-A1E2-669F-3303-E6F054004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8913" y="385984"/>
            <a:ext cx="5873087" cy="75980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D2A88A8-E75C-A892-E542-5BE7EBA4D1D8}"/>
              </a:ext>
            </a:extLst>
          </p:cNvPr>
          <p:cNvSpPr txBox="1"/>
          <p:nvPr/>
        </p:nvSpPr>
        <p:spPr>
          <a:xfrm>
            <a:off x="6096000" y="473498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3200" b="1" dirty="0">
                <a:solidFill>
                  <a:schemeClr val="tx2"/>
                </a:solidFill>
                <a:latin typeface="Baskerville Old Face" panose="02020602080505020303" pitchFamily="18" charset="0"/>
              </a:rPr>
              <a:t>GRÁFICOS</a:t>
            </a:r>
          </a:p>
        </p:txBody>
      </p:sp>
      <p:sp>
        <p:nvSpPr>
          <p:cNvPr id="9" name="Google Shape;163;p33">
            <a:extLst>
              <a:ext uri="{FF2B5EF4-FFF2-40B4-BE49-F238E27FC236}">
                <a16:creationId xmlns:a16="http://schemas.microsoft.com/office/drawing/2014/main" id="{FD0C6AE6-8294-C4F8-FFB1-1F49FC508064}"/>
              </a:ext>
            </a:extLst>
          </p:cNvPr>
          <p:cNvSpPr txBox="1"/>
          <p:nvPr/>
        </p:nvSpPr>
        <p:spPr>
          <a:xfrm>
            <a:off x="6318913" y="2086936"/>
            <a:ext cx="5495503" cy="258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Lorem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ipsum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dolor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sit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amet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,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consectetuer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adipiscing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elit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, sed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diam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nonummy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nibh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euismod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tincidunt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ut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laoreet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dolore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magna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aliquam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erat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volutpat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. Ut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wisi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enim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ad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minim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veniam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, quis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nostrud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exerci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tation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ullamcorper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suscipit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lobortis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nisl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ut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aliquip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ex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ea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 commodo </a:t>
            </a:r>
            <a:r>
              <a:rPr lang="es-CR" b="0" i="0" dirty="0" err="1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consequat</a:t>
            </a:r>
            <a:r>
              <a:rPr lang="es-CR" b="0" i="0" dirty="0">
                <a:solidFill>
                  <a:srgbClr val="3F3F3F"/>
                </a:solidFill>
                <a:latin typeface="Century Gothic" panose="020B0502020202020204" pitchFamily="34" charset="0"/>
                <a:ea typeface="Inter"/>
                <a:cs typeface="Inter"/>
                <a:sym typeface="Inter"/>
              </a:rPr>
              <a:t>. </a:t>
            </a:r>
            <a:endParaRPr lang="es-CR" dirty="0">
              <a:solidFill>
                <a:srgbClr val="3F3F3F"/>
              </a:solidFill>
              <a:latin typeface="Century Gothic" panose="020B0502020202020204" pitchFamily="34" charset="0"/>
              <a:ea typeface="Inter"/>
              <a:cs typeface="Inter"/>
              <a:sym typeface="Inter"/>
            </a:endParaRPr>
          </a:p>
        </p:txBody>
      </p:sp>
      <p:grpSp>
        <p:nvGrpSpPr>
          <p:cNvPr id="8" name="Google Shape;597;p47">
            <a:extLst>
              <a:ext uri="{FF2B5EF4-FFF2-40B4-BE49-F238E27FC236}">
                <a16:creationId xmlns:a16="http://schemas.microsoft.com/office/drawing/2014/main" id="{712114A2-1A79-6B24-89E4-91620EEFB92F}"/>
              </a:ext>
            </a:extLst>
          </p:cNvPr>
          <p:cNvGrpSpPr/>
          <p:nvPr/>
        </p:nvGrpSpPr>
        <p:grpSpPr>
          <a:xfrm>
            <a:off x="639436" y="1439396"/>
            <a:ext cx="4688943" cy="3507258"/>
            <a:chOff x="713787" y="1618130"/>
            <a:chExt cx="5555113" cy="4155140"/>
          </a:xfrm>
        </p:grpSpPr>
        <p:grpSp>
          <p:nvGrpSpPr>
            <p:cNvPr id="10" name="Google Shape;598;p47">
              <a:extLst>
                <a:ext uri="{FF2B5EF4-FFF2-40B4-BE49-F238E27FC236}">
                  <a16:creationId xmlns:a16="http://schemas.microsoft.com/office/drawing/2014/main" id="{781A88C6-9885-7A62-6E05-D88F59834634}"/>
                </a:ext>
              </a:extLst>
            </p:cNvPr>
            <p:cNvGrpSpPr/>
            <p:nvPr/>
          </p:nvGrpSpPr>
          <p:grpSpPr>
            <a:xfrm>
              <a:off x="713787" y="1618130"/>
              <a:ext cx="5555113" cy="4155140"/>
              <a:chOff x="713787" y="1728302"/>
              <a:chExt cx="5555113" cy="4155140"/>
            </a:xfrm>
          </p:grpSpPr>
          <p:grpSp>
            <p:nvGrpSpPr>
              <p:cNvPr id="33" name="Google Shape;599;p47">
                <a:extLst>
                  <a:ext uri="{FF2B5EF4-FFF2-40B4-BE49-F238E27FC236}">
                    <a16:creationId xmlns:a16="http://schemas.microsoft.com/office/drawing/2014/main" id="{39C14CAB-2071-2C64-F38F-59D8FE5F64EB}"/>
                  </a:ext>
                </a:extLst>
              </p:cNvPr>
              <p:cNvGrpSpPr/>
              <p:nvPr/>
            </p:nvGrpSpPr>
            <p:grpSpPr>
              <a:xfrm flipH="1">
                <a:off x="1190163" y="1728302"/>
                <a:ext cx="4888532" cy="3797734"/>
                <a:chOff x="957529" y="2720739"/>
                <a:chExt cx="4632714" cy="2502250"/>
              </a:xfrm>
            </p:grpSpPr>
            <p:grpSp>
              <p:nvGrpSpPr>
                <p:cNvPr id="50" name="Google Shape;600;p47">
                  <a:extLst>
                    <a:ext uri="{FF2B5EF4-FFF2-40B4-BE49-F238E27FC236}">
                      <a16:creationId xmlns:a16="http://schemas.microsoft.com/office/drawing/2014/main" id="{A9DC82F1-13F6-DD8C-B556-49F02FE4598F}"/>
                    </a:ext>
                  </a:extLst>
                </p:cNvPr>
                <p:cNvGrpSpPr/>
                <p:nvPr/>
              </p:nvGrpSpPr>
              <p:grpSpPr>
                <a:xfrm>
                  <a:off x="957529" y="2720739"/>
                  <a:ext cx="4632714" cy="2502250"/>
                  <a:chOff x="957529" y="2720739"/>
                  <a:chExt cx="4632714" cy="2502250"/>
                </a:xfrm>
              </p:grpSpPr>
              <p:grpSp>
                <p:nvGrpSpPr>
                  <p:cNvPr id="56" name="Google Shape;601;p47">
                    <a:extLst>
                      <a:ext uri="{FF2B5EF4-FFF2-40B4-BE49-F238E27FC236}">
                        <a16:creationId xmlns:a16="http://schemas.microsoft.com/office/drawing/2014/main" id="{C5F71A92-1E85-ABB2-5FE2-800C1E07B9F3}"/>
                      </a:ext>
                    </a:extLst>
                  </p:cNvPr>
                  <p:cNvGrpSpPr/>
                  <p:nvPr/>
                </p:nvGrpSpPr>
                <p:grpSpPr>
                  <a:xfrm>
                    <a:off x="957529" y="2753574"/>
                    <a:ext cx="4632714" cy="2469415"/>
                    <a:chOff x="957529" y="2753574"/>
                    <a:chExt cx="4632714" cy="2469415"/>
                  </a:xfrm>
                </p:grpSpPr>
                <p:sp>
                  <p:nvSpPr>
                    <p:cNvPr id="63" name="Google Shape;602;p47">
                      <a:extLst>
                        <a:ext uri="{FF2B5EF4-FFF2-40B4-BE49-F238E27FC236}">
                          <a16:creationId xmlns:a16="http://schemas.microsoft.com/office/drawing/2014/main" id="{0509B650-855A-35DB-BD31-99C00B215D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46916" y="2753574"/>
                      <a:ext cx="43327" cy="2469415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>
                      <a:defPPr>
                        <a:defRPr lang="es-CR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p:txBody>
                </p:sp>
                <p:sp>
                  <p:nvSpPr>
                    <p:cNvPr id="2048" name="Google Shape;603;p47">
                      <a:extLst>
                        <a:ext uri="{FF2B5EF4-FFF2-40B4-BE49-F238E27FC236}">
                          <a16:creationId xmlns:a16="http://schemas.microsoft.com/office/drawing/2014/main" id="{8BA475BF-1381-5D05-ADC7-617D167609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7529" y="5192447"/>
                      <a:ext cx="4632714" cy="30542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>
                      <a:defPPr>
                        <a:defRPr lang="es-CR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p:txBody>
                </p:sp>
              </p:grpSp>
              <p:cxnSp>
                <p:nvCxnSpPr>
                  <p:cNvPr id="57" name="Google Shape;604;p47">
                    <a:extLst>
                      <a:ext uri="{FF2B5EF4-FFF2-40B4-BE49-F238E27FC236}">
                        <a16:creationId xmlns:a16="http://schemas.microsoft.com/office/drawing/2014/main" id="{EA7A7F12-5A6B-D375-4250-233E495C55DD}"/>
                      </a:ext>
                    </a:extLst>
                  </p:cNvPr>
                  <p:cNvCxnSpPr/>
                  <p:nvPr/>
                </p:nvCxnSpPr>
                <p:spPr>
                  <a:xfrm>
                    <a:off x="1016001" y="2720739"/>
                    <a:ext cx="0" cy="2469415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D8D8D8">
                        <a:alpha val="40000"/>
                      </a:srgbClr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" name="Google Shape;605;p47">
                    <a:extLst>
                      <a:ext uri="{FF2B5EF4-FFF2-40B4-BE49-F238E27FC236}">
                        <a16:creationId xmlns:a16="http://schemas.microsoft.com/office/drawing/2014/main" id="{DFF34076-8748-CD13-5706-EF6B5D248C9F}"/>
                      </a:ext>
                    </a:extLst>
                  </p:cNvPr>
                  <p:cNvCxnSpPr/>
                  <p:nvPr/>
                </p:nvCxnSpPr>
                <p:spPr>
                  <a:xfrm>
                    <a:off x="1788161" y="2720739"/>
                    <a:ext cx="0" cy="2469415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D8D8D8">
                        <a:alpha val="40000"/>
                      </a:srgbClr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" name="Google Shape;606;p47">
                    <a:extLst>
                      <a:ext uri="{FF2B5EF4-FFF2-40B4-BE49-F238E27FC236}">
                        <a16:creationId xmlns:a16="http://schemas.microsoft.com/office/drawing/2014/main" id="{6BD8EEE9-0045-0F45-317E-BC59C1FBC0D1}"/>
                      </a:ext>
                    </a:extLst>
                  </p:cNvPr>
                  <p:cNvCxnSpPr/>
                  <p:nvPr/>
                </p:nvCxnSpPr>
                <p:spPr>
                  <a:xfrm>
                    <a:off x="2560321" y="2720739"/>
                    <a:ext cx="0" cy="2469415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D8D8D8">
                        <a:alpha val="40000"/>
                      </a:srgbClr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0" name="Google Shape;607;p47">
                    <a:extLst>
                      <a:ext uri="{FF2B5EF4-FFF2-40B4-BE49-F238E27FC236}">
                        <a16:creationId xmlns:a16="http://schemas.microsoft.com/office/drawing/2014/main" id="{E1A1D87C-0214-F2C9-E89F-5A52ACF7C1BF}"/>
                      </a:ext>
                    </a:extLst>
                  </p:cNvPr>
                  <p:cNvCxnSpPr/>
                  <p:nvPr/>
                </p:nvCxnSpPr>
                <p:spPr>
                  <a:xfrm>
                    <a:off x="3332481" y="2720739"/>
                    <a:ext cx="0" cy="2469415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D8D8D8">
                        <a:alpha val="40000"/>
                      </a:srgbClr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1" name="Google Shape;608;p47">
                    <a:extLst>
                      <a:ext uri="{FF2B5EF4-FFF2-40B4-BE49-F238E27FC236}">
                        <a16:creationId xmlns:a16="http://schemas.microsoft.com/office/drawing/2014/main" id="{9FD886DB-3AE9-65B1-8C7B-9ED71B665AE6}"/>
                      </a:ext>
                    </a:extLst>
                  </p:cNvPr>
                  <p:cNvCxnSpPr/>
                  <p:nvPr/>
                </p:nvCxnSpPr>
                <p:spPr>
                  <a:xfrm>
                    <a:off x="4104641" y="2720739"/>
                    <a:ext cx="0" cy="2469415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D8D8D8">
                        <a:alpha val="40000"/>
                      </a:srgbClr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62" name="Google Shape;609;p47">
                    <a:extLst>
                      <a:ext uri="{FF2B5EF4-FFF2-40B4-BE49-F238E27FC236}">
                        <a16:creationId xmlns:a16="http://schemas.microsoft.com/office/drawing/2014/main" id="{27A3AFB7-8492-C145-3BE5-E5029AEAAB2D}"/>
                      </a:ext>
                    </a:extLst>
                  </p:cNvPr>
                  <p:cNvCxnSpPr/>
                  <p:nvPr/>
                </p:nvCxnSpPr>
                <p:spPr>
                  <a:xfrm>
                    <a:off x="4876801" y="2720739"/>
                    <a:ext cx="0" cy="2469415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D8D8D8">
                        <a:alpha val="40000"/>
                      </a:srgbClr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cxnSp>
              <p:nvCxnSpPr>
                <p:cNvPr id="51" name="Google Shape;610;p47">
                  <a:extLst>
                    <a:ext uri="{FF2B5EF4-FFF2-40B4-BE49-F238E27FC236}">
                      <a16:creationId xmlns:a16="http://schemas.microsoft.com/office/drawing/2014/main" id="{57A0E8A3-2092-38EB-C4DC-171EAE540D3E}"/>
                    </a:ext>
                  </a:extLst>
                </p:cNvPr>
                <p:cNvCxnSpPr/>
                <p:nvPr/>
              </p:nvCxnSpPr>
              <p:spPr>
                <a:xfrm>
                  <a:off x="1016001" y="3291224"/>
                  <a:ext cx="4536193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D8D8D8">
                      <a:alpha val="40000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2" name="Google Shape;611;p47">
                  <a:extLst>
                    <a:ext uri="{FF2B5EF4-FFF2-40B4-BE49-F238E27FC236}">
                      <a16:creationId xmlns:a16="http://schemas.microsoft.com/office/drawing/2014/main" id="{3F329246-02EB-7B8D-59E5-0878D50AE2EE}"/>
                    </a:ext>
                  </a:extLst>
                </p:cNvPr>
                <p:cNvCxnSpPr/>
                <p:nvPr/>
              </p:nvCxnSpPr>
              <p:spPr>
                <a:xfrm>
                  <a:off x="1016001" y="3762200"/>
                  <a:ext cx="4536193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D8D8D8">
                      <a:alpha val="40000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3" name="Google Shape;612;p47">
                  <a:extLst>
                    <a:ext uri="{FF2B5EF4-FFF2-40B4-BE49-F238E27FC236}">
                      <a16:creationId xmlns:a16="http://schemas.microsoft.com/office/drawing/2014/main" id="{2926F030-6DD8-B67D-3128-E7211AFBE5BA}"/>
                    </a:ext>
                  </a:extLst>
                </p:cNvPr>
                <p:cNvCxnSpPr/>
                <p:nvPr/>
              </p:nvCxnSpPr>
              <p:spPr>
                <a:xfrm>
                  <a:off x="1016001" y="4233176"/>
                  <a:ext cx="4536193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D8D8D8">
                      <a:alpha val="40000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4" name="Google Shape;613;p47">
                  <a:extLst>
                    <a:ext uri="{FF2B5EF4-FFF2-40B4-BE49-F238E27FC236}">
                      <a16:creationId xmlns:a16="http://schemas.microsoft.com/office/drawing/2014/main" id="{29D59ED4-3F72-7EB6-99A0-0252F9347F82}"/>
                    </a:ext>
                  </a:extLst>
                </p:cNvPr>
                <p:cNvCxnSpPr/>
                <p:nvPr/>
              </p:nvCxnSpPr>
              <p:spPr>
                <a:xfrm>
                  <a:off x="1016001" y="4704152"/>
                  <a:ext cx="4536193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D8D8D8">
                      <a:alpha val="40000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5" name="Google Shape;614;p47">
                  <a:extLst>
                    <a:ext uri="{FF2B5EF4-FFF2-40B4-BE49-F238E27FC236}">
                      <a16:creationId xmlns:a16="http://schemas.microsoft.com/office/drawing/2014/main" id="{CC42F82A-5AC6-EB90-DACF-8A51952E3EC9}"/>
                    </a:ext>
                  </a:extLst>
                </p:cNvPr>
                <p:cNvCxnSpPr/>
                <p:nvPr/>
              </p:nvCxnSpPr>
              <p:spPr>
                <a:xfrm>
                  <a:off x="1016001" y="2820248"/>
                  <a:ext cx="4536193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D8D8D8">
                      <a:alpha val="40000"/>
                    </a:srgb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34" name="Google Shape;615;p47">
                <a:extLst>
                  <a:ext uri="{FF2B5EF4-FFF2-40B4-BE49-F238E27FC236}">
                    <a16:creationId xmlns:a16="http://schemas.microsoft.com/office/drawing/2014/main" id="{67FA739A-B762-042F-2B82-5B4E222895EE}"/>
                  </a:ext>
                </a:extLst>
              </p:cNvPr>
              <p:cNvGrpSpPr/>
              <p:nvPr/>
            </p:nvGrpSpPr>
            <p:grpSpPr>
              <a:xfrm>
                <a:off x="713787" y="1765388"/>
                <a:ext cx="5555113" cy="4118054"/>
                <a:chOff x="485187" y="1193888"/>
                <a:chExt cx="5555113" cy="4118054"/>
              </a:xfrm>
            </p:grpSpPr>
            <p:grpSp>
              <p:nvGrpSpPr>
                <p:cNvPr id="35" name="Google Shape;616;p47">
                  <a:extLst>
                    <a:ext uri="{FF2B5EF4-FFF2-40B4-BE49-F238E27FC236}">
                      <a16:creationId xmlns:a16="http://schemas.microsoft.com/office/drawing/2014/main" id="{1E191D12-FFE6-F163-CCB5-DE001DCEEE04}"/>
                    </a:ext>
                  </a:extLst>
                </p:cNvPr>
                <p:cNvGrpSpPr/>
                <p:nvPr/>
              </p:nvGrpSpPr>
              <p:grpSpPr>
                <a:xfrm>
                  <a:off x="485187" y="1193888"/>
                  <a:ext cx="503812" cy="3760648"/>
                  <a:chOff x="5546048" y="1572621"/>
                  <a:chExt cx="503812" cy="3760648"/>
                </a:xfrm>
              </p:grpSpPr>
              <p:sp>
                <p:nvSpPr>
                  <p:cNvPr id="44" name="Google Shape;617;p47">
                    <a:extLst>
                      <a:ext uri="{FF2B5EF4-FFF2-40B4-BE49-F238E27FC236}">
                        <a16:creationId xmlns:a16="http://schemas.microsoft.com/office/drawing/2014/main" id="{0C58F45E-97F8-CD89-BDED-86B32AC46A1E}"/>
                      </a:ext>
                    </a:extLst>
                  </p:cNvPr>
                  <p:cNvSpPr txBox="1"/>
                  <p:nvPr/>
                </p:nvSpPr>
                <p:spPr>
                  <a:xfrm>
                    <a:off x="5546048" y="5071659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10</a:t>
                    </a:r>
                    <a:endParaRPr sz="1100"/>
                  </a:p>
                </p:txBody>
              </p:sp>
              <p:sp>
                <p:nvSpPr>
                  <p:cNvPr id="45" name="Google Shape;618;p47">
                    <a:extLst>
                      <a:ext uri="{FF2B5EF4-FFF2-40B4-BE49-F238E27FC236}">
                        <a16:creationId xmlns:a16="http://schemas.microsoft.com/office/drawing/2014/main" id="{458CD926-05CB-5176-B64A-697894404120}"/>
                      </a:ext>
                    </a:extLst>
                  </p:cNvPr>
                  <p:cNvSpPr txBox="1"/>
                  <p:nvPr/>
                </p:nvSpPr>
                <p:spPr>
                  <a:xfrm>
                    <a:off x="5546048" y="4371853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20</a:t>
                    </a:r>
                    <a:endParaRPr sz="1100"/>
                  </a:p>
                </p:txBody>
              </p:sp>
              <p:sp>
                <p:nvSpPr>
                  <p:cNvPr id="46" name="Google Shape;619;p47">
                    <a:extLst>
                      <a:ext uri="{FF2B5EF4-FFF2-40B4-BE49-F238E27FC236}">
                        <a16:creationId xmlns:a16="http://schemas.microsoft.com/office/drawing/2014/main" id="{1CB3C459-7B13-022F-D2A3-02C9CC7DBF99}"/>
                      </a:ext>
                    </a:extLst>
                  </p:cNvPr>
                  <p:cNvSpPr txBox="1"/>
                  <p:nvPr/>
                </p:nvSpPr>
                <p:spPr>
                  <a:xfrm>
                    <a:off x="5546048" y="3672045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30</a:t>
                    </a:r>
                    <a:endParaRPr sz="1100"/>
                  </a:p>
                </p:txBody>
              </p:sp>
              <p:sp>
                <p:nvSpPr>
                  <p:cNvPr id="47" name="Google Shape;620;p47">
                    <a:extLst>
                      <a:ext uri="{FF2B5EF4-FFF2-40B4-BE49-F238E27FC236}">
                        <a16:creationId xmlns:a16="http://schemas.microsoft.com/office/drawing/2014/main" id="{7666AE97-85E0-C86F-71F0-CE648423FC3C}"/>
                      </a:ext>
                    </a:extLst>
                  </p:cNvPr>
                  <p:cNvSpPr txBox="1"/>
                  <p:nvPr/>
                </p:nvSpPr>
                <p:spPr>
                  <a:xfrm>
                    <a:off x="5546048" y="2972237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40</a:t>
                    </a:r>
                    <a:endParaRPr sz="1100"/>
                  </a:p>
                </p:txBody>
              </p:sp>
              <p:sp>
                <p:nvSpPr>
                  <p:cNvPr id="48" name="Google Shape;621;p47">
                    <a:extLst>
                      <a:ext uri="{FF2B5EF4-FFF2-40B4-BE49-F238E27FC236}">
                        <a16:creationId xmlns:a16="http://schemas.microsoft.com/office/drawing/2014/main" id="{5F23C232-3EFC-0FEB-79BB-F6B6E3472105}"/>
                      </a:ext>
                    </a:extLst>
                  </p:cNvPr>
                  <p:cNvSpPr txBox="1"/>
                  <p:nvPr/>
                </p:nvSpPr>
                <p:spPr>
                  <a:xfrm>
                    <a:off x="5546048" y="2272429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50</a:t>
                    </a:r>
                    <a:endParaRPr sz="1100"/>
                  </a:p>
                </p:txBody>
              </p:sp>
              <p:sp>
                <p:nvSpPr>
                  <p:cNvPr id="49" name="Google Shape;622;p47">
                    <a:extLst>
                      <a:ext uri="{FF2B5EF4-FFF2-40B4-BE49-F238E27FC236}">
                        <a16:creationId xmlns:a16="http://schemas.microsoft.com/office/drawing/2014/main" id="{00643748-D657-24C1-2B52-AD53A7DDF3E9}"/>
                      </a:ext>
                    </a:extLst>
                  </p:cNvPr>
                  <p:cNvSpPr txBox="1"/>
                  <p:nvPr/>
                </p:nvSpPr>
                <p:spPr>
                  <a:xfrm>
                    <a:off x="5546048" y="1572621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60</a:t>
                    </a:r>
                    <a:endParaRPr sz="1100"/>
                  </a:p>
                </p:txBody>
              </p:sp>
            </p:grpSp>
            <p:grpSp>
              <p:nvGrpSpPr>
                <p:cNvPr id="36" name="Google Shape;623;p47">
                  <a:extLst>
                    <a:ext uri="{FF2B5EF4-FFF2-40B4-BE49-F238E27FC236}">
                      <a16:creationId xmlns:a16="http://schemas.microsoft.com/office/drawing/2014/main" id="{C675EBA4-DD00-8D59-4B89-CBCE913ED2C4}"/>
                    </a:ext>
                  </a:extLst>
                </p:cNvPr>
                <p:cNvGrpSpPr/>
                <p:nvPr/>
              </p:nvGrpSpPr>
              <p:grpSpPr>
                <a:xfrm>
                  <a:off x="749807" y="5050332"/>
                  <a:ext cx="5290493" cy="261610"/>
                  <a:chOff x="6998608" y="5293014"/>
                  <a:chExt cx="5290493" cy="261610"/>
                </a:xfrm>
              </p:grpSpPr>
              <p:sp>
                <p:nvSpPr>
                  <p:cNvPr id="37" name="Google Shape;624;p47">
                    <a:extLst>
                      <a:ext uri="{FF2B5EF4-FFF2-40B4-BE49-F238E27FC236}">
                        <a16:creationId xmlns:a16="http://schemas.microsoft.com/office/drawing/2014/main" id="{20AC7B94-8957-560B-40E5-068E08D64D3B}"/>
                      </a:ext>
                    </a:extLst>
                  </p:cNvPr>
                  <p:cNvSpPr txBox="1"/>
                  <p:nvPr/>
                </p:nvSpPr>
                <p:spPr>
                  <a:xfrm>
                    <a:off x="6998608" y="5293014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A</a:t>
                    </a:r>
                    <a:endParaRPr sz="1100"/>
                  </a:p>
                </p:txBody>
              </p:sp>
              <p:sp>
                <p:nvSpPr>
                  <p:cNvPr id="38" name="Google Shape;625;p47">
                    <a:extLst>
                      <a:ext uri="{FF2B5EF4-FFF2-40B4-BE49-F238E27FC236}">
                        <a16:creationId xmlns:a16="http://schemas.microsoft.com/office/drawing/2014/main" id="{5F4F7311-174E-86AD-9629-1976D2FE2D23}"/>
                      </a:ext>
                    </a:extLst>
                  </p:cNvPr>
                  <p:cNvSpPr txBox="1"/>
                  <p:nvPr/>
                </p:nvSpPr>
                <p:spPr>
                  <a:xfrm>
                    <a:off x="7796388" y="5293014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B</a:t>
                    </a:r>
                    <a:endParaRPr sz="1100"/>
                  </a:p>
                </p:txBody>
              </p:sp>
              <p:sp>
                <p:nvSpPr>
                  <p:cNvPr id="39" name="Google Shape;626;p47">
                    <a:extLst>
                      <a:ext uri="{FF2B5EF4-FFF2-40B4-BE49-F238E27FC236}">
                        <a16:creationId xmlns:a16="http://schemas.microsoft.com/office/drawing/2014/main" id="{A542658A-DD4D-666C-FF42-FFBD8979BC98}"/>
                      </a:ext>
                    </a:extLst>
                  </p:cNvPr>
                  <p:cNvSpPr txBox="1"/>
                  <p:nvPr/>
                </p:nvSpPr>
                <p:spPr>
                  <a:xfrm>
                    <a:off x="8594168" y="5293014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C</a:t>
                    </a:r>
                    <a:endParaRPr sz="1100"/>
                  </a:p>
                </p:txBody>
              </p:sp>
              <p:sp>
                <p:nvSpPr>
                  <p:cNvPr id="40" name="Google Shape;627;p47">
                    <a:extLst>
                      <a:ext uri="{FF2B5EF4-FFF2-40B4-BE49-F238E27FC236}">
                        <a16:creationId xmlns:a16="http://schemas.microsoft.com/office/drawing/2014/main" id="{1879987C-3E87-8431-F4B2-81523194D64D}"/>
                      </a:ext>
                    </a:extLst>
                  </p:cNvPr>
                  <p:cNvSpPr txBox="1"/>
                  <p:nvPr/>
                </p:nvSpPr>
                <p:spPr>
                  <a:xfrm>
                    <a:off x="9391948" y="5293014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D</a:t>
                    </a:r>
                    <a:endParaRPr sz="1100"/>
                  </a:p>
                </p:txBody>
              </p:sp>
              <p:sp>
                <p:nvSpPr>
                  <p:cNvPr id="41" name="Google Shape;628;p47">
                    <a:extLst>
                      <a:ext uri="{FF2B5EF4-FFF2-40B4-BE49-F238E27FC236}">
                        <a16:creationId xmlns:a16="http://schemas.microsoft.com/office/drawing/2014/main" id="{9039824F-978C-85ED-8984-CFCDE1CFEA9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9728" y="5293014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E</a:t>
                    </a:r>
                    <a:endParaRPr sz="1100"/>
                  </a:p>
                </p:txBody>
              </p:sp>
              <p:sp>
                <p:nvSpPr>
                  <p:cNvPr id="42" name="Google Shape;629;p47">
                    <a:extLst>
                      <a:ext uri="{FF2B5EF4-FFF2-40B4-BE49-F238E27FC236}">
                        <a16:creationId xmlns:a16="http://schemas.microsoft.com/office/drawing/2014/main" id="{8364D3F5-A360-1025-A024-DCDB8111ED3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7508" y="5293014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F</a:t>
                    </a:r>
                    <a:endParaRPr sz="1100"/>
                  </a:p>
                </p:txBody>
              </p:sp>
              <p:sp>
                <p:nvSpPr>
                  <p:cNvPr id="43" name="Google Shape;630;p47">
                    <a:extLst>
                      <a:ext uri="{FF2B5EF4-FFF2-40B4-BE49-F238E27FC236}">
                        <a16:creationId xmlns:a16="http://schemas.microsoft.com/office/drawing/2014/main" id="{CC593233-B0D9-3013-818D-5705D73BF7B8}"/>
                      </a:ext>
                    </a:extLst>
                  </p:cNvPr>
                  <p:cNvSpPr txBox="1"/>
                  <p:nvPr/>
                </p:nvSpPr>
                <p:spPr>
                  <a:xfrm>
                    <a:off x="11785289" y="5293014"/>
                    <a:ext cx="503812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75" tIns="34275" rIns="68575" bIns="34275" anchor="t" anchorCtr="0">
                    <a:spAutoFit/>
                  </a:bodyPr>
                  <a:lstStyle>
                    <a:defPPr>
                      <a:defRPr lang="es-C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id" sz="800">
                        <a:solidFill>
                          <a:srgbClr val="3F3F3F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G</a:t>
                    </a:r>
                    <a:endParaRPr sz="1100"/>
                  </a:p>
                </p:txBody>
              </p:sp>
            </p:grpSp>
          </p:grpSp>
        </p:grpSp>
        <p:grpSp>
          <p:nvGrpSpPr>
            <p:cNvPr id="11" name="Google Shape;631;p47">
              <a:extLst>
                <a:ext uri="{FF2B5EF4-FFF2-40B4-BE49-F238E27FC236}">
                  <a16:creationId xmlns:a16="http://schemas.microsoft.com/office/drawing/2014/main" id="{853F6244-2B87-B556-B230-6FBB5705024C}"/>
                </a:ext>
              </a:extLst>
            </p:cNvPr>
            <p:cNvGrpSpPr/>
            <p:nvPr/>
          </p:nvGrpSpPr>
          <p:grpSpPr>
            <a:xfrm>
              <a:off x="1229328" y="1761538"/>
              <a:ext cx="4828330" cy="1945248"/>
              <a:chOff x="1836680" y="2461305"/>
              <a:chExt cx="4828330" cy="1945248"/>
            </a:xfrm>
          </p:grpSpPr>
          <p:cxnSp>
            <p:nvCxnSpPr>
              <p:cNvPr id="12" name="Google Shape;632;p47">
                <a:extLst>
                  <a:ext uri="{FF2B5EF4-FFF2-40B4-BE49-F238E27FC236}">
                    <a16:creationId xmlns:a16="http://schemas.microsoft.com/office/drawing/2014/main" id="{F9AA1BEB-5827-CB17-A025-993B3352ED28}"/>
                  </a:ext>
                </a:extLst>
              </p:cNvPr>
              <p:cNvCxnSpPr>
                <a:stCxn id="15" idx="7"/>
                <a:endCxn id="16" idx="3"/>
              </p:cNvCxnSpPr>
              <p:nvPr/>
            </p:nvCxnSpPr>
            <p:spPr>
              <a:xfrm rot="10800000" flipH="1">
                <a:off x="1905259" y="3790276"/>
                <a:ext cx="450000" cy="5436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635;p47">
                <a:extLst>
                  <a:ext uri="{FF2B5EF4-FFF2-40B4-BE49-F238E27FC236}">
                    <a16:creationId xmlns:a16="http://schemas.microsoft.com/office/drawing/2014/main" id="{C68A6FC9-7FAD-C6D2-75B2-2187F0943681}"/>
                  </a:ext>
                </a:extLst>
              </p:cNvPr>
              <p:cNvCxnSpPr>
                <a:stCxn id="16" idx="7"/>
                <a:endCxn id="17" idx="3"/>
              </p:cNvCxnSpPr>
              <p:nvPr/>
            </p:nvCxnSpPr>
            <p:spPr>
              <a:xfrm rot="10800000" flipH="1">
                <a:off x="2411945" y="2777878"/>
                <a:ext cx="470100" cy="952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637;p47">
                <a:extLst>
                  <a:ext uri="{FF2B5EF4-FFF2-40B4-BE49-F238E27FC236}">
                    <a16:creationId xmlns:a16="http://schemas.microsoft.com/office/drawing/2014/main" id="{026B8CA8-090E-C9EE-9BEC-BA73855C7B00}"/>
                  </a:ext>
                </a:extLst>
              </p:cNvPr>
              <p:cNvCxnSpPr>
                <a:stCxn id="17" idx="5"/>
                <a:endCxn id="18" idx="1"/>
              </p:cNvCxnSpPr>
              <p:nvPr/>
            </p:nvCxnSpPr>
            <p:spPr>
              <a:xfrm>
                <a:off x="2938900" y="2777945"/>
                <a:ext cx="462900" cy="6003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5" name="Google Shape;633;p47">
                <a:extLst>
                  <a:ext uri="{FF2B5EF4-FFF2-40B4-BE49-F238E27FC236}">
                    <a16:creationId xmlns:a16="http://schemas.microsoft.com/office/drawing/2014/main" id="{5458BE5A-F969-BA7F-971D-887AD20B7E2B}"/>
                  </a:ext>
                </a:extLst>
              </p:cNvPr>
              <p:cNvSpPr/>
              <p:nvPr/>
            </p:nvSpPr>
            <p:spPr>
              <a:xfrm>
                <a:off x="1836680" y="4321407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634;p47">
                <a:extLst>
                  <a:ext uri="{FF2B5EF4-FFF2-40B4-BE49-F238E27FC236}">
                    <a16:creationId xmlns:a16="http://schemas.microsoft.com/office/drawing/2014/main" id="{014FA501-B644-45F0-9E5E-78CAC8DB4B54}"/>
                  </a:ext>
                </a:extLst>
              </p:cNvPr>
              <p:cNvSpPr/>
              <p:nvPr/>
            </p:nvSpPr>
            <p:spPr>
              <a:xfrm>
                <a:off x="2343366" y="3717609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" name="Google Shape;636;p47">
                <a:extLst>
                  <a:ext uri="{FF2B5EF4-FFF2-40B4-BE49-F238E27FC236}">
                    <a16:creationId xmlns:a16="http://schemas.microsoft.com/office/drawing/2014/main" id="{EEC0523D-F1C3-E523-096A-269ED88614E2}"/>
                  </a:ext>
                </a:extLst>
              </p:cNvPr>
              <p:cNvSpPr/>
              <p:nvPr/>
            </p:nvSpPr>
            <p:spPr>
              <a:xfrm>
                <a:off x="2870321" y="2705268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" name="Google Shape;638;p47">
                <a:extLst>
                  <a:ext uri="{FF2B5EF4-FFF2-40B4-BE49-F238E27FC236}">
                    <a16:creationId xmlns:a16="http://schemas.microsoft.com/office/drawing/2014/main" id="{2BDF12AC-248F-0963-7E3C-A473CFD951AB}"/>
                  </a:ext>
                </a:extLst>
              </p:cNvPr>
              <p:cNvSpPr/>
              <p:nvPr/>
            </p:nvSpPr>
            <p:spPr>
              <a:xfrm>
                <a:off x="3389947" y="3365630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9" name="Google Shape;639;p47">
                <a:extLst>
                  <a:ext uri="{FF2B5EF4-FFF2-40B4-BE49-F238E27FC236}">
                    <a16:creationId xmlns:a16="http://schemas.microsoft.com/office/drawing/2014/main" id="{4CF51E96-74B6-2064-6881-E3C155B58DD2}"/>
                  </a:ext>
                </a:extLst>
              </p:cNvPr>
              <p:cNvCxnSpPr>
                <a:stCxn id="18" idx="5"/>
                <a:endCxn id="20" idx="2"/>
              </p:cNvCxnSpPr>
              <p:nvPr/>
            </p:nvCxnSpPr>
            <p:spPr>
              <a:xfrm>
                <a:off x="3458526" y="3438307"/>
                <a:ext cx="440100" cy="425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0" name="Google Shape;640;p47">
                <a:extLst>
                  <a:ext uri="{FF2B5EF4-FFF2-40B4-BE49-F238E27FC236}">
                    <a16:creationId xmlns:a16="http://schemas.microsoft.com/office/drawing/2014/main" id="{F3C9DB3F-8350-9A71-60C0-2C103B0B3295}"/>
                  </a:ext>
                </a:extLst>
              </p:cNvPr>
              <p:cNvSpPr/>
              <p:nvPr/>
            </p:nvSpPr>
            <p:spPr>
              <a:xfrm>
                <a:off x="3898754" y="3821026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1" name="Google Shape;641;p47">
                <a:extLst>
                  <a:ext uri="{FF2B5EF4-FFF2-40B4-BE49-F238E27FC236}">
                    <a16:creationId xmlns:a16="http://schemas.microsoft.com/office/drawing/2014/main" id="{E36F0855-5E31-7EB5-9985-DFDE0E43AF6A}"/>
                  </a:ext>
                </a:extLst>
              </p:cNvPr>
              <p:cNvCxnSpPr>
                <a:stCxn id="20" idx="7"/>
                <a:endCxn id="22" idx="3"/>
              </p:cNvCxnSpPr>
              <p:nvPr/>
            </p:nvCxnSpPr>
            <p:spPr>
              <a:xfrm rot="10800000" flipH="1">
                <a:off x="3967333" y="2874695"/>
                <a:ext cx="478800" cy="9588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2" name="Google Shape;642;p47">
                <a:extLst>
                  <a:ext uri="{FF2B5EF4-FFF2-40B4-BE49-F238E27FC236}">
                    <a16:creationId xmlns:a16="http://schemas.microsoft.com/office/drawing/2014/main" id="{1E6A3CE4-13B4-C0D1-EEB2-585726D899D1}"/>
                  </a:ext>
                </a:extLst>
              </p:cNvPr>
              <p:cNvSpPr/>
              <p:nvPr/>
            </p:nvSpPr>
            <p:spPr>
              <a:xfrm>
                <a:off x="4434348" y="2801876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3" name="Google Shape;643;p47">
                <a:extLst>
                  <a:ext uri="{FF2B5EF4-FFF2-40B4-BE49-F238E27FC236}">
                    <a16:creationId xmlns:a16="http://schemas.microsoft.com/office/drawing/2014/main" id="{6823E48E-B88E-FFC5-5F97-8AAA93B972C4}"/>
                  </a:ext>
                </a:extLst>
              </p:cNvPr>
              <p:cNvCxnSpPr>
                <a:stCxn id="22" idx="7"/>
                <a:endCxn id="24" idx="3"/>
              </p:cNvCxnSpPr>
              <p:nvPr/>
            </p:nvCxnSpPr>
            <p:spPr>
              <a:xfrm rot="10800000" flipH="1">
                <a:off x="4502927" y="2533845"/>
                <a:ext cx="438600" cy="2805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4" name="Google Shape;644;p47">
                <a:extLst>
                  <a:ext uri="{FF2B5EF4-FFF2-40B4-BE49-F238E27FC236}">
                    <a16:creationId xmlns:a16="http://schemas.microsoft.com/office/drawing/2014/main" id="{067CE3CC-CD85-231A-0FD1-96CD830E266D}"/>
                  </a:ext>
                </a:extLst>
              </p:cNvPr>
              <p:cNvSpPr/>
              <p:nvPr/>
            </p:nvSpPr>
            <p:spPr>
              <a:xfrm>
                <a:off x="4929781" y="2461305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5" name="Google Shape;645;p47">
                <a:extLst>
                  <a:ext uri="{FF2B5EF4-FFF2-40B4-BE49-F238E27FC236}">
                    <a16:creationId xmlns:a16="http://schemas.microsoft.com/office/drawing/2014/main" id="{7647D5E6-E1A7-BD69-9141-CF769FFC4DC8}"/>
                  </a:ext>
                </a:extLst>
              </p:cNvPr>
              <p:cNvCxnSpPr>
                <a:stCxn id="24" idx="5"/>
                <a:endCxn id="26" idx="1"/>
              </p:cNvCxnSpPr>
              <p:nvPr/>
            </p:nvCxnSpPr>
            <p:spPr>
              <a:xfrm>
                <a:off x="4998360" y="2533982"/>
                <a:ext cx="466800" cy="8730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6" name="Google Shape;646;p47">
                <a:extLst>
                  <a:ext uri="{FF2B5EF4-FFF2-40B4-BE49-F238E27FC236}">
                    <a16:creationId xmlns:a16="http://schemas.microsoft.com/office/drawing/2014/main" id="{B80772A0-DA79-86F5-E0F4-03AF056C0BEC}"/>
                  </a:ext>
                </a:extLst>
              </p:cNvPr>
              <p:cNvSpPr/>
              <p:nvPr/>
            </p:nvSpPr>
            <p:spPr>
              <a:xfrm>
                <a:off x="5453347" y="3394467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27" name="Google Shape;647;p47">
                <a:extLst>
                  <a:ext uri="{FF2B5EF4-FFF2-40B4-BE49-F238E27FC236}">
                    <a16:creationId xmlns:a16="http://schemas.microsoft.com/office/drawing/2014/main" id="{259DA222-414F-2EBA-C271-CA394F7BA9A8}"/>
                  </a:ext>
                </a:extLst>
              </p:cNvPr>
              <p:cNvCxnSpPr>
                <a:stCxn id="26" idx="7"/>
                <a:endCxn id="28" idx="3"/>
              </p:cNvCxnSpPr>
              <p:nvPr/>
            </p:nvCxnSpPr>
            <p:spPr>
              <a:xfrm rot="10800000" flipH="1">
                <a:off x="5521926" y="2946736"/>
                <a:ext cx="455700" cy="460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8" name="Google Shape;648;p47">
                <a:extLst>
                  <a:ext uri="{FF2B5EF4-FFF2-40B4-BE49-F238E27FC236}">
                    <a16:creationId xmlns:a16="http://schemas.microsoft.com/office/drawing/2014/main" id="{6D51A827-D171-762A-EFD1-A84B9FB85F1E}"/>
                  </a:ext>
                </a:extLst>
              </p:cNvPr>
              <p:cNvSpPr/>
              <p:nvPr/>
            </p:nvSpPr>
            <p:spPr>
              <a:xfrm>
                <a:off x="5965972" y="2874128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" name="Google Shape;649;p47">
                <a:extLst>
                  <a:ext uri="{FF2B5EF4-FFF2-40B4-BE49-F238E27FC236}">
                    <a16:creationId xmlns:a16="http://schemas.microsoft.com/office/drawing/2014/main" id="{0024479D-268D-4BF6-D41C-0F0656DE9178}"/>
                  </a:ext>
                </a:extLst>
              </p:cNvPr>
              <p:cNvSpPr/>
              <p:nvPr/>
            </p:nvSpPr>
            <p:spPr>
              <a:xfrm>
                <a:off x="6463721" y="3575446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" name="Google Shape;650;p47">
                <a:extLst>
                  <a:ext uri="{FF2B5EF4-FFF2-40B4-BE49-F238E27FC236}">
                    <a16:creationId xmlns:a16="http://schemas.microsoft.com/office/drawing/2014/main" id="{9E806983-E946-2D61-B6CB-92432350A92E}"/>
                  </a:ext>
                </a:extLst>
              </p:cNvPr>
              <p:cNvSpPr/>
              <p:nvPr/>
            </p:nvSpPr>
            <p:spPr>
              <a:xfrm>
                <a:off x="6584665" y="3398995"/>
                <a:ext cx="80345" cy="85146"/>
              </a:xfrm>
              <a:prstGeom prst="ellipse">
                <a:avLst/>
              </a:prstGeom>
              <a:solidFill>
                <a:schemeClr val="accent1"/>
              </a:solidFill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>
                <a:defPPr>
                  <a:defRPr lang="es-C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1642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1" name="Google Shape;651;p47">
                <a:extLst>
                  <a:ext uri="{FF2B5EF4-FFF2-40B4-BE49-F238E27FC236}">
                    <a16:creationId xmlns:a16="http://schemas.microsoft.com/office/drawing/2014/main" id="{DF2512E2-18F3-3826-2881-4B4AC20C0656}"/>
                  </a:ext>
                </a:extLst>
              </p:cNvPr>
              <p:cNvCxnSpPr>
                <a:stCxn id="28" idx="5"/>
                <a:endCxn id="29" idx="1"/>
              </p:cNvCxnSpPr>
              <p:nvPr/>
            </p:nvCxnSpPr>
            <p:spPr>
              <a:xfrm>
                <a:off x="6034551" y="2946805"/>
                <a:ext cx="441000" cy="641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2" name="Google Shape;652;p47">
                <a:extLst>
                  <a:ext uri="{FF2B5EF4-FFF2-40B4-BE49-F238E27FC236}">
                    <a16:creationId xmlns:a16="http://schemas.microsoft.com/office/drawing/2014/main" id="{88D669FC-CF3B-6A2E-1A4B-91E5EB035E2C}"/>
                  </a:ext>
                </a:extLst>
              </p:cNvPr>
              <p:cNvCxnSpPr>
                <a:stCxn id="29" idx="7"/>
                <a:endCxn id="30" idx="3"/>
              </p:cNvCxnSpPr>
              <p:nvPr/>
            </p:nvCxnSpPr>
            <p:spPr>
              <a:xfrm rot="10800000" flipH="1">
                <a:off x="6532300" y="3471815"/>
                <a:ext cx="64200" cy="1161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58391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áfico 12">
            <a:extLst>
              <a:ext uri="{FF2B5EF4-FFF2-40B4-BE49-F238E27FC236}">
                <a16:creationId xmlns:a16="http://schemas.microsoft.com/office/drawing/2014/main" id="{777400A4-E438-09E9-8D83-D58327A915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901" t="-4873" r="14822" b="47520"/>
          <a:stretch>
            <a:fillRect/>
          </a:stretch>
        </p:blipFill>
        <p:spPr>
          <a:xfrm>
            <a:off x="3840481" y="871760"/>
            <a:ext cx="8351520" cy="562048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883E1A0-1153-0BE0-3255-DF0490888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46"/>
          <a:stretch>
            <a:fillRect/>
          </a:stretch>
        </p:blipFill>
        <p:spPr>
          <a:xfrm>
            <a:off x="0" y="6250674"/>
            <a:ext cx="12192000" cy="634621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8CE6F68-5D32-8B42-CCD8-35F50038AE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7" r="23708"/>
          <a:stretch>
            <a:fillRect/>
          </a:stretch>
        </p:blipFill>
        <p:spPr bwMode="auto">
          <a:xfrm>
            <a:off x="2182752" y="1471377"/>
            <a:ext cx="3846329" cy="39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5B3987A8-92C5-094A-3400-B7A54AD08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8184" y="5049324"/>
            <a:ext cx="3275463" cy="759805"/>
          </a:xfrm>
          <a:prstGeom prst="rect">
            <a:avLst/>
          </a:prstGeom>
        </p:spPr>
      </p:pic>
      <p:sp>
        <p:nvSpPr>
          <p:cNvPr id="7" name="Google Shape;404;p42">
            <a:extLst>
              <a:ext uri="{FF2B5EF4-FFF2-40B4-BE49-F238E27FC236}">
                <a16:creationId xmlns:a16="http://schemas.microsoft.com/office/drawing/2014/main" id="{B74989FA-A71B-76AD-93AA-587687E88117}"/>
              </a:ext>
            </a:extLst>
          </p:cNvPr>
          <p:cNvSpPr txBox="1"/>
          <p:nvPr/>
        </p:nvSpPr>
        <p:spPr>
          <a:xfrm>
            <a:off x="3235131" y="5194485"/>
            <a:ext cx="1741567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2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CENTRO EDUCATIVO</a:t>
            </a:r>
            <a:endParaRPr sz="12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Google Shape;405;p42">
            <a:extLst>
              <a:ext uri="{FF2B5EF4-FFF2-40B4-BE49-F238E27FC236}">
                <a16:creationId xmlns:a16="http://schemas.microsoft.com/office/drawing/2014/main" id="{E793CB7D-A7DB-992C-8235-24E99572C507}"/>
              </a:ext>
            </a:extLst>
          </p:cNvPr>
          <p:cNvSpPr txBox="1"/>
          <p:nvPr/>
        </p:nvSpPr>
        <p:spPr>
          <a:xfrm>
            <a:off x="3210795" y="5466588"/>
            <a:ext cx="1741567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200" dirty="0">
                <a:solidFill>
                  <a:srgbClr val="3F3F3F"/>
                </a:solidFill>
                <a:latin typeface="Moderustic"/>
                <a:sym typeface="Moderustic"/>
              </a:rPr>
              <a:t>Nombre</a:t>
            </a:r>
            <a:endParaRPr sz="11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0604DEE-9978-9857-EC66-72B9093CE0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7" r="23708"/>
          <a:stretch>
            <a:fillRect/>
          </a:stretch>
        </p:blipFill>
        <p:spPr bwMode="auto">
          <a:xfrm>
            <a:off x="6796030" y="1519868"/>
            <a:ext cx="3846329" cy="39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7B28AB9-FA0E-981B-8926-19FAFBDE1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1462" y="5097815"/>
            <a:ext cx="3275463" cy="759805"/>
          </a:xfrm>
          <a:prstGeom prst="rect">
            <a:avLst/>
          </a:prstGeom>
        </p:spPr>
      </p:pic>
      <p:sp>
        <p:nvSpPr>
          <p:cNvPr id="11" name="Google Shape;404;p42">
            <a:extLst>
              <a:ext uri="{FF2B5EF4-FFF2-40B4-BE49-F238E27FC236}">
                <a16:creationId xmlns:a16="http://schemas.microsoft.com/office/drawing/2014/main" id="{088C7B66-813F-B645-3D1F-ABF09F0E426A}"/>
              </a:ext>
            </a:extLst>
          </p:cNvPr>
          <p:cNvSpPr txBox="1"/>
          <p:nvPr/>
        </p:nvSpPr>
        <p:spPr>
          <a:xfrm>
            <a:off x="7848409" y="5242976"/>
            <a:ext cx="1741567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2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CENTRO EDUCATIVO</a:t>
            </a:r>
            <a:endParaRPr sz="12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Google Shape;405;p42">
            <a:extLst>
              <a:ext uri="{FF2B5EF4-FFF2-40B4-BE49-F238E27FC236}">
                <a16:creationId xmlns:a16="http://schemas.microsoft.com/office/drawing/2014/main" id="{0F7992A2-32D3-615E-4AF5-B25E13527286}"/>
              </a:ext>
            </a:extLst>
          </p:cNvPr>
          <p:cNvSpPr txBox="1"/>
          <p:nvPr/>
        </p:nvSpPr>
        <p:spPr>
          <a:xfrm>
            <a:off x="7824073" y="5515079"/>
            <a:ext cx="1741567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defPPr>
              <a:defRPr lang="es-C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1200" dirty="0">
                <a:solidFill>
                  <a:srgbClr val="3F3F3F"/>
                </a:solidFill>
                <a:latin typeface="Moderustic"/>
                <a:sym typeface="Moderustic"/>
              </a:rPr>
              <a:t>Nombre</a:t>
            </a:r>
            <a:endParaRPr sz="1100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5EA10512-A168-6CD5-FD77-22CC82AA1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365759"/>
            <a:ext cx="6337738" cy="64507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435DF397-6EFC-0C4F-19E5-C392D91F0D99}"/>
              </a:ext>
            </a:extLst>
          </p:cNvPr>
          <p:cNvSpPr txBox="1"/>
          <p:nvPr/>
        </p:nvSpPr>
        <p:spPr>
          <a:xfrm>
            <a:off x="557048" y="426062"/>
            <a:ext cx="4099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sz="32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FOTOGRAFÍAS</a:t>
            </a:r>
          </a:p>
        </p:txBody>
      </p:sp>
    </p:spTree>
    <p:extLst>
      <p:ext uri="{BB962C8B-B14F-4D97-AF65-F5344CB8AC3E}">
        <p14:creationId xmlns:p14="http://schemas.microsoft.com/office/powerpoint/2010/main" val="3631974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4ED1BCDA-7C13-FB32-A0B5-2B21FF16F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67085" y="2011325"/>
            <a:ext cx="10420350" cy="969334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DF3B01E-BCC8-261D-39B6-88AD489B1B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8859" y="5766523"/>
            <a:ext cx="2874282" cy="70231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70C9B7F-7B56-86F6-D10D-4A82D4E126A3}"/>
              </a:ext>
            </a:extLst>
          </p:cNvPr>
          <p:cNvSpPr txBox="1"/>
          <p:nvPr/>
        </p:nvSpPr>
        <p:spPr>
          <a:xfrm>
            <a:off x="1693333" y="2844225"/>
            <a:ext cx="880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3200" b="1" dirty="0">
                <a:latin typeface="Baskerville Old Face" panose="02020602080505020303" pitchFamily="18" charset="0"/>
              </a:rPr>
              <a:t>FRASE O PALABRAS DE AGRADECIMIENTO</a:t>
            </a:r>
          </a:p>
        </p:txBody>
      </p:sp>
    </p:spTree>
    <p:extLst>
      <p:ext uri="{BB962C8B-B14F-4D97-AF65-F5344CB8AC3E}">
        <p14:creationId xmlns:p14="http://schemas.microsoft.com/office/powerpoint/2010/main" val="133610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B9259-E65B-F741-0934-0CA19A77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1239BA-4FBB-38A2-AD72-20BA4A1B4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5D745FC3-7395-A7D5-F58B-C99F754B7E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204700" cy="685800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4A72E0F1-2820-3723-9D3A-46173922E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4887" y="486236"/>
            <a:ext cx="8458200" cy="561022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965EDEB6-579F-2CB6-DC81-8FE9FB5C98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8249" y="3031799"/>
            <a:ext cx="3675501" cy="90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966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eccione xmlns="a65f68e9-1bb3-4ef6-81ee-cd4f0761406a" xsi:nil="true"/>
    <lcf76f155ced4ddcb4097134ff3c332f xmlns="a65f68e9-1bb3-4ef6-81ee-cd4f076140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DA0F9E8-6BDD-48AD-B52E-841565F99630}"/>
</file>

<file path=customXml/itemProps2.xml><?xml version="1.0" encoding="utf-8"?>
<ds:datastoreItem xmlns:ds="http://schemas.openxmlformats.org/officeDocument/2006/customXml" ds:itemID="{ED29CC0F-2439-4E30-A74F-640CEAD266EF}"/>
</file>

<file path=customXml/itemProps3.xml><?xml version="1.0" encoding="utf-8"?>
<ds:datastoreItem xmlns:ds="http://schemas.openxmlformats.org/officeDocument/2006/customXml" ds:itemID="{A00F137E-8320-4649-98D4-FA9419CFB828}"/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127</Words>
  <Application>Microsoft Office PowerPoint</Application>
  <PresentationFormat>Panorámica</PresentationFormat>
  <Paragraphs>25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Baskerville Old Face</vt:lpstr>
      <vt:lpstr>Century Gothic</vt:lpstr>
      <vt:lpstr>Inter</vt:lpstr>
      <vt:lpstr>Moderustic</vt:lpstr>
      <vt:lpstr>Tema de Office</vt:lpstr>
      <vt:lpstr>Presentación de PowerPoint</vt:lpstr>
      <vt:lpstr>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Calderon</dc:creator>
  <cp:lastModifiedBy>Carlos Calderon</cp:lastModifiedBy>
  <cp:revision>7</cp:revision>
  <dcterms:created xsi:type="dcterms:W3CDTF">2026-06-01T15:43:04Z</dcterms:created>
  <dcterms:modified xsi:type="dcterms:W3CDTF">2026-06-03T18:13:56Z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